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6" r:id="rId4"/>
  </p:sldIdLst>
  <p:sldSz cx="43891200" cy="32918400"/>
  <p:notesSz cx="7010400" cy="9296400"/>
  <p:defaultTextStyle>
    <a:defPPr>
      <a:defRPr lang="en-US"/>
    </a:defPPr>
    <a:lvl1pPr algn="l" rtl="0" fontAlgn="base">
      <a:spcBef>
        <a:spcPct val="0"/>
      </a:spcBef>
      <a:spcAft>
        <a:spcPct val="0"/>
      </a:spcAft>
      <a:defRPr sz="2880" kern="1200">
        <a:solidFill>
          <a:schemeClr val="tx1"/>
        </a:solidFill>
        <a:latin typeface="Arial Narrow" pitchFamily="34" charset="0"/>
        <a:ea typeface="+mn-ea"/>
        <a:cs typeface="Arial" charset="0"/>
      </a:defRPr>
    </a:lvl1pPr>
    <a:lvl2pPr marL="455273" indent="93341" algn="l" rtl="0" fontAlgn="base">
      <a:spcBef>
        <a:spcPct val="0"/>
      </a:spcBef>
      <a:spcAft>
        <a:spcPct val="0"/>
      </a:spcAft>
      <a:defRPr sz="2880" kern="1200">
        <a:solidFill>
          <a:schemeClr val="tx1"/>
        </a:solidFill>
        <a:latin typeface="Arial Narrow" pitchFamily="34" charset="0"/>
        <a:ea typeface="+mn-ea"/>
        <a:cs typeface="Arial" charset="0"/>
      </a:defRPr>
    </a:lvl2pPr>
    <a:lvl3pPr marL="912450" indent="184776" algn="l" rtl="0" fontAlgn="base">
      <a:spcBef>
        <a:spcPct val="0"/>
      </a:spcBef>
      <a:spcAft>
        <a:spcPct val="0"/>
      </a:spcAft>
      <a:defRPr sz="2880" kern="1200">
        <a:solidFill>
          <a:schemeClr val="tx1"/>
        </a:solidFill>
        <a:latin typeface="Arial Narrow" pitchFamily="34" charset="0"/>
        <a:ea typeface="+mn-ea"/>
        <a:cs typeface="Arial" charset="0"/>
      </a:defRPr>
    </a:lvl3pPr>
    <a:lvl4pPr marL="1369627" indent="276212" algn="l" rtl="0" fontAlgn="base">
      <a:spcBef>
        <a:spcPct val="0"/>
      </a:spcBef>
      <a:spcAft>
        <a:spcPct val="0"/>
      </a:spcAft>
      <a:defRPr sz="2880" kern="1200">
        <a:solidFill>
          <a:schemeClr val="tx1"/>
        </a:solidFill>
        <a:latin typeface="Arial Narrow" pitchFamily="34" charset="0"/>
        <a:ea typeface="+mn-ea"/>
        <a:cs typeface="Arial" charset="0"/>
      </a:defRPr>
    </a:lvl4pPr>
    <a:lvl5pPr marL="1826804" indent="367647" algn="l" rtl="0" fontAlgn="base">
      <a:spcBef>
        <a:spcPct val="0"/>
      </a:spcBef>
      <a:spcAft>
        <a:spcPct val="0"/>
      </a:spcAft>
      <a:defRPr sz="2880" kern="1200">
        <a:solidFill>
          <a:schemeClr val="tx1"/>
        </a:solidFill>
        <a:latin typeface="Arial Narrow" pitchFamily="34" charset="0"/>
        <a:ea typeface="+mn-ea"/>
        <a:cs typeface="Arial" charset="0"/>
      </a:defRPr>
    </a:lvl5pPr>
    <a:lvl6pPr marL="2743063" algn="l" defTabSz="1097225" rtl="0" eaLnBrk="1" latinLnBrk="0" hangingPunct="1">
      <a:defRPr sz="2880" kern="1200">
        <a:solidFill>
          <a:schemeClr val="tx1"/>
        </a:solidFill>
        <a:latin typeface="Arial Narrow" pitchFamily="34" charset="0"/>
        <a:ea typeface="+mn-ea"/>
        <a:cs typeface="Arial" charset="0"/>
      </a:defRPr>
    </a:lvl6pPr>
    <a:lvl7pPr marL="3291676" algn="l" defTabSz="1097225" rtl="0" eaLnBrk="1" latinLnBrk="0" hangingPunct="1">
      <a:defRPr sz="2880" kern="1200">
        <a:solidFill>
          <a:schemeClr val="tx1"/>
        </a:solidFill>
        <a:latin typeface="Arial Narrow" pitchFamily="34" charset="0"/>
        <a:ea typeface="+mn-ea"/>
        <a:cs typeface="Arial" charset="0"/>
      </a:defRPr>
    </a:lvl7pPr>
    <a:lvl8pPr marL="3840288" algn="l" defTabSz="1097225" rtl="0" eaLnBrk="1" latinLnBrk="0" hangingPunct="1">
      <a:defRPr sz="2880" kern="1200">
        <a:solidFill>
          <a:schemeClr val="tx1"/>
        </a:solidFill>
        <a:latin typeface="Arial Narrow" pitchFamily="34" charset="0"/>
        <a:ea typeface="+mn-ea"/>
        <a:cs typeface="Arial" charset="0"/>
      </a:defRPr>
    </a:lvl8pPr>
    <a:lvl9pPr marL="4388901" algn="l" defTabSz="1097225" rtl="0" eaLnBrk="1" latinLnBrk="0" hangingPunct="1">
      <a:defRPr sz="2880" kern="1200">
        <a:solidFill>
          <a:schemeClr val="tx1"/>
        </a:solidFill>
        <a:latin typeface="Arial Narrow" pitchFamily="34" charset="0"/>
        <a:ea typeface="+mn-ea"/>
        <a:cs typeface="Arial" charset="0"/>
      </a:defRPr>
    </a:lvl9pPr>
  </p:defaultTextStyle>
  <p:extLst>
    <p:ext uri="{EFAFB233-063F-42B5-8137-9DF3F51BA10A}">
      <p15:sldGuideLst xmlns:p15="http://schemas.microsoft.com/office/powerpoint/2012/main">
        <p15:guide id="1" orient="horz" pos="3552" userDrawn="1">
          <p15:clr>
            <a:srgbClr val="A4A3A4"/>
          </p15:clr>
        </p15:guide>
        <p15:guide id="2" orient="horz" pos="20285" userDrawn="1">
          <p15:clr>
            <a:srgbClr val="A4A3A4"/>
          </p15:clr>
        </p15:guide>
        <p15:guide id="3" pos="437" userDrawn="1">
          <p15:clr>
            <a:srgbClr val="A4A3A4"/>
          </p15:clr>
        </p15:guide>
        <p15:guide id="4" pos="6725" userDrawn="1">
          <p15:clr>
            <a:srgbClr val="A4A3A4"/>
          </p15:clr>
        </p15:guide>
        <p15:guide id="5" pos="7239" userDrawn="1">
          <p15:clr>
            <a:srgbClr val="A4A3A4"/>
          </p15:clr>
        </p15:guide>
        <p15:guide id="6" pos="13527" userDrawn="1">
          <p15:clr>
            <a:srgbClr val="A4A3A4"/>
          </p15:clr>
        </p15:guide>
        <p15:guide id="7" pos="14031" userDrawn="1">
          <p15:clr>
            <a:srgbClr val="A4A3A4"/>
          </p15:clr>
        </p15:guide>
        <p15:guide id="8" pos="20319" userDrawn="1">
          <p15:clr>
            <a:srgbClr val="A4A3A4"/>
          </p15:clr>
        </p15:guide>
        <p15:guide id="9" pos="20837" userDrawn="1">
          <p15:clr>
            <a:srgbClr val="A4A3A4"/>
          </p15:clr>
        </p15:guide>
        <p15:guide id="10" pos="271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 Harkey" initials="DH" lastIdx="3" clrIdx="0">
    <p:extLst>
      <p:ext uri="{19B8F6BF-5375-455C-9EA6-DF929625EA0E}">
        <p15:presenceInfo xmlns:p15="http://schemas.microsoft.com/office/powerpoint/2012/main" userId="Dan Harkey" providerId="None"/>
      </p:ext>
    </p:extLst>
  </p:cmAuthor>
  <p:cmAuthor id="2" name="Audrey Leong" initials="AL" lastIdx="5" clrIdx="1">
    <p:extLst>
      <p:ext uri="{19B8F6BF-5375-455C-9EA6-DF929625EA0E}">
        <p15:presenceInfo xmlns:p15="http://schemas.microsoft.com/office/powerpoint/2012/main" userId="S-1-5-21-559832585-3687464631-2127509359-284864" providerId="AD"/>
      </p:ext>
    </p:extLst>
  </p:cmAuthor>
  <p:cmAuthor id="3" name="Vishnu Deep.P" initials="VD" lastIdx="1" clrIdx="2">
    <p:extLst>
      <p:ext uri="{19B8F6BF-5375-455C-9EA6-DF929625EA0E}">
        <p15:presenceInfo xmlns:p15="http://schemas.microsoft.com/office/powerpoint/2012/main" userId="9535a1e308b0e80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66FF"/>
    <a:srgbClr val="FF9900"/>
    <a:srgbClr val="CC0000"/>
    <a:srgbClr val="993300"/>
    <a:srgbClr val="009900"/>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90" autoAdjust="0"/>
    <p:restoredTop sz="97494" autoAdjust="0"/>
  </p:normalViewPr>
  <p:slideViewPr>
    <p:cSldViewPr snapToGrid="0" snapToObjects="1">
      <p:cViewPr>
        <p:scale>
          <a:sx n="30" d="100"/>
          <a:sy n="30" d="100"/>
        </p:scale>
        <p:origin x="1314" y="24"/>
      </p:cViewPr>
      <p:guideLst>
        <p:guide orient="horz" pos="3552"/>
        <p:guide orient="horz" pos="20285"/>
        <p:guide pos="437"/>
        <p:guide pos="6725"/>
        <p:guide pos="7239"/>
        <p:guide pos="13527"/>
        <p:guide pos="14031"/>
        <p:guide pos="20319"/>
        <p:guide pos="20837"/>
        <p:guide pos="27125"/>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21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150531" name="Rectangle 3"/>
          <p:cNvSpPr>
            <a:spLocks noGrp="1" noChangeArrowheads="1"/>
          </p:cNvSpPr>
          <p:nvPr>
            <p:ph type="dt" idx="1"/>
          </p:nvPr>
        </p:nvSpPr>
        <p:spPr bwMode="auto">
          <a:xfrm>
            <a:off x="3970938"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txBody>
          <a:bodyPr/>
          <a:lstStyle/>
          <a:p>
            <a:endParaRPr lang="en-IN"/>
          </a:p>
        </p:txBody>
      </p:sp>
      <p:sp>
        <p:nvSpPr>
          <p:cNvPr id="150533" name="Rectangle 5"/>
          <p:cNvSpPr>
            <a:spLocks noGrp="1" noChangeArrowheads="1"/>
          </p:cNvSpPr>
          <p:nvPr>
            <p:ph type="body" sz="quarter" idx="3"/>
          </p:nvPr>
        </p:nvSpPr>
        <p:spPr bwMode="auto">
          <a:xfrm>
            <a:off x="701040" y="4415790"/>
            <a:ext cx="560832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150535" name="Rectangle 7"/>
          <p:cNvSpPr>
            <a:spLocks noGrp="1" noChangeArrowheads="1"/>
          </p:cNvSpPr>
          <p:nvPr>
            <p:ph type="sldNum" sz="quarter" idx="5"/>
          </p:nvPr>
        </p:nvSpPr>
        <p:spPr bwMode="auto">
          <a:xfrm>
            <a:off x="3970938"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Arial" charset="0"/>
                <a:cs typeface="+mn-cs"/>
              </a:defRPr>
            </a:lvl1pPr>
          </a:lstStyle>
          <a:p>
            <a:pPr>
              <a:defRPr/>
            </a:pPr>
            <a:fld id="{872BC18A-C5D3-45AC-94DD-D3D25D5ADCCF}" type="slidenum">
              <a:rPr lang="en-US"/>
              <a:pPr>
                <a:defRPr/>
              </a:pPr>
              <a:t>‹#›</a:t>
            </a:fld>
            <a:endParaRPr lang="en-US"/>
          </a:p>
        </p:txBody>
      </p:sp>
    </p:spTree>
    <p:extLst>
      <p:ext uri="{BB962C8B-B14F-4D97-AF65-F5344CB8AC3E}">
        <p14:creationId xmlns:p14="http://schemas.microsoft.com/office/powerpoint/2010/main" val="41036281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273" algn="l" rtl="0" eaLnBrk="0" fontAlgn="base" hangingPunct="0">
      <a:spcBef>
        <a:spcPct val="30000"/>
      </a:spcBef>
      <a:spcAft>
        <a:spcPct val="0"/>
      </a:spcAft>
      <a:defRPr sz="1200" kern="1200">
        <a:solidFill>
          <a:schemeClr val="tx1"/>
        </a:solidFill>
        <a:latin typeface="Arial" charset="0"/>
        <a:ea typeface="+mn-ea"/>
        <a:cs typeface="+mn-cs"/>
      </a:defRPr>
    </a:lvl2pPr>
    <a:lvl3pPr marL="912450" algn="l" rtl="0" eaLnBrk="0" fontAlgn="base" hangingPunct="0">
      <a:spcBef>
        <a:spcPct val="30000"/>
      </a:spcBef>
      <a:spcAft>
        <a:spcPct val="0"/>
      </a:spcAft>
      <a:defRPr sz="1200" kern="1200">
        <a:solidFill>
          <a:schemeClr val="tx1"/>
        </a:solidFill>
        <a:latin typeface="Arial" charset="0"/>
        <a:ea typeface="+mn-ea"/>
        <a:cs typeface="+mn-cs"/>
      </a:defRPr>
    </a:lvl3pPr>
    <a:lvl4pPr marL="1369627" algn="l" rtl="0" eaLnBrk="0" fontAlgn="base" hangingPunct="0">
      <a:spcBef>
        <a:spcPct val="30000"/>
      </a:spcBef>
      <a:spcAft>
        <a:spcPct val="0"/>
      </a:spcAft>
      <a:defRPr sz="1200" kern="1200">
        <a:solidFill>
          <a:schemeClr val="tx1"/>
        </a:solidFill>
        <a:latin typeface="Arial" charset="0"/>
        <a:ea typeface="+mn-ea"/>
        <a:cs typeface="+mn-cs"/>
      </a:defRPr>
    </a:lvl4pPr>
    <a:lvl5pPr marL="1826804" algn="l" rtl="0" eaLnBrk="0" fontAlgn="base" hangingPunct="0">
      <a:spcBef>
        <a:spcPct val="30000"/>
      </a:spcBef>
      <a:spcAft>
        <a:spcPct val="0"/>
      </a:spcAft>
      <a:defRPr sz="1200" kern="1200">
        <a:solidFill>
          <a:schemeClr val="tx1"/>
        </a:solidFill>
        <a:latin typeface="Arial" charset="0"/>
        <a:ea typeface="+mn-ea"/>
        <a:cs typeface="+mn-cs"/>
      </a:defRPr>
    </a:lvl5pPr>
    <a:lvl6pPr marL="2285794" algn="l" defTabSz="914318" rtl="0" eaLnBrk="1" latinLnBrk="0" hangingPunct="1">
      <a:defRPr sz="1200" kern="1200">
        <a:solidFill>
          <a:schemeClr val="tx1"/>
        </a:solidFill>
        <a:latin typeface="+mn-lt"/>
        <a:ea typeface="+mn-ea"/>
        <a:cs typeface="+mn-cs"/>
      </a:defRPr>
    </a:lvl6pPr>
    <a:lvl7pPr marL="2742954" algn="l" defTabSz="914318" rtl="0" eaLnBrk="1" latinLnBrk="0" hangingPunct="1">
      <a:defRPr sz="1200" kern="1200">
        <a:solidFill>
          <a:schemeClr val="tx1"/>
        </a:solidFill>
        <a:latin typeface="+mn-lt"/>
        <a:ea typeface="+mn-ea"/>
        <a:cs typeface="+mn-cs"/>
      </a:defRPr>
    </a:lvl7pPr>
    <a:lvl8pPr marL="3200112" algn="l" defTabSz="914318" rtl="0" eaLnBrk="1" latinLnBrk="0" hangingPunct="1">
      <a:defRPr sz="1200" kern="1200">
        <a:solidFill>
          <a:schemeClr val="tx1"/>
        </a:solidFill>
        <a:latin typeface="+mn-lt"/>
        <a:ea typeface="+mn-ea"/>
        <a:cs typeface="+mn-cs"/>
      </a:defRPr>
    </a:lvl8pPr>
    <a:lvl9pPr marL="3657270" algn="l" defTabSz="91431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p:txBody>
          <a:bodyPr/>
          <a:lstStyle/>
          <a:p>
            <a:pPr>
              <a:defRPr/>
            </a:pPr>
            <a:fld id="{836A3E11-B4C1-4EA7-8D14-2B02FE8FF53A}" type="slidenum">
              <a:rPr lang="en-US" smtClean="0"/>
              <a:pPr>
                <a:defRPr/>
              </a:pPr>
              <a:t>1</a:t>
            </a:fld>
            <a:endParaRPr lang="en-US"/>
          </a:p>
        </p:txBody>
      </p:sp>
      <p:sp>
        <p:nvSpPr>
          <p:cNvPr id="6147" name="Rectangle 2"/>
          <p:cNvSpPr>
            <a:spLocks noGrp="1" noRot="1" noChangeAspect="1" noChangeArrowheads="1" noTextEdit="1"/>
          </p:cNvSpPr>
          <p:nvPr>
            <p:ph type="sldImg"/>
          </p:nvPr>
        </p:nvSpPr>
        <p:spPr>
          <a:xfrm>
            <a:off x="1181100" y="696913"/>
            <a:ext cx="4648200" cy="3486150"/>
          </a:xfrm>
          <a:ln/>
        </p:spPr>
        <p:txBody>
          <a:bodyPr/>
          <a:lstStyle/>
          <a:p>
            <a:endParaRPr lang="en-IN"/>
          </a:p>
        </p:txBody>
      </p:sp>
      <p:sp>
        <p:nvSpPr>
          <p:cNvPr id="6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75986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9" y="5638802"/>
            <a:ext cx="491013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2"/>
            <a:ext cx="4911725"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7" y="10226676"/>
            <a:ext cx="37306252" cy="7054851"/>
          </a:xfrm>
        </p:spPr>
        <p:txBody>
          <a:bodyPr/>
          <a:lstStyle/>
          <a:p>
            <a:r>
              <a:rPr lang="en-US"/>
              <a:t>Click to edit Master title style</a:t>
            </a:r>
          </a:p>
        </p:txBody>
      </p:sp>
      <p:sp>
        <p:nvSpPr>
          <p:cNvPr id="3" name="Subtitle 2"/>
          <p:cNvSpPr>
            <a:spLocks noGrp="1"/>
          </p:cNvSpPr>
          <p:nvPr>
            <p:ph type="subTitle" idx="1"/>
          </p:nvPr>
        </p:nvSpPr>
        <p:spPr>
          <a:xfrm>
            <a:off x="6583365" y="18653127"/>
            <a:ext cx="30724475" cy="8413749"/>
          </a:xfrm>
        </p:spPr>
        <p:txBody>
          <a:bodyPr/>
          <a:lstStyle>
            <a:lvl1pPr marL="0" indent="0" algn="ctr">
              <a:buNone/>
              <a:defRPr/>
            </a:lvl1pPr>
            <a:lvl2pPr marL="406374" indent="0" algn="ctr">
              <a:buNone/>
              <a:defRPr/>
            </a:lvl2pPr>
            <a:lvl3pPr marL="812748" indent="0" algn="ctr">
              <a:buNone/>
              <a:defRPr/>
            </a:lvl3pPr>
            <a:lvl4pPr marL="1219120" indent="0" algn="ctr">
              <a:buNone/>
              <a:defRPr/>
            </a:lvl4pPr>
            <a:lvl5pPr marL="1625494" indent="0" algn="ctr">
              <a:buNone/>
              <a:defRPr/>
            </a:lvl5pPr>
            <a:lvl6pPr marL="2031868" indent="0" algn="ctr">
              <a:buNone/>
              <a:defRPr/>
            </a:lvl6pPr>
            <a:lvl7pPr marL="2438242" indent="0" algn="ctr">
              <a:buNone/>
              <a:defRPr/>
            </a:lvl7pPr>
            <a:lvl8pPr marL="2844614" indent="0" algn="ctr">
              <a:buNone/>
              <a:defRPr/>
            </a:lvl8pPr>
            <a:lvl9pPr marL="3250988" indent="0" algn="ctr">
              <a:buNone/>
              <a:defRPr/>
            </a:lvl9pPr>
          </a:lstStyle>
          <a:p>
            <a:r>
              <a:rPr lang="en-US"/>
              <a:t>Click to edit Master subtitle style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440"/>
            <a:ext cx="37307839" cy="6537326"/>
          </a:xfrm>
        </p:spPr>
        <p:txBody>
          <a:bodyPr anchor="t"/>
          <a:lstStyle>
            <a:lvl1pPr algn="l">
              <a:defRPr sz="3520" b="1" cap="all"/>
            </a:lvl1pPr>
          </a:lstStyle>
          <a:p>
            <a:r>
              <a:rPr lang="en-US"/>
              <a:t>Click to edit Master title style</a:t>
            </a:r>
          </a:p>
        </p:txBody>
      </p:sp>
      <p:sp>
        <p:nvSpPr>
          <p:cNvPr id="3" name="Text Placeholder 2"/>
          <p:cNvSpPr>
            <a:spLocks noGrp="1"/>
          </p:cNvSpPr>
          <p:nvPr>
            <p:ph type="body" idx="1"/>
          </p:nvPr>
        </p:nvSpPr>
        <p:spPr>
          <a:xfrm>
            <a:off x="3467103" y="13952538"/>
            <a:ext cx="37307839" cy="7200900"/>
          </a:xfrm>
        </p:spPr>
        <p:txBody>
          <a:bodyPr anchor="b"/>
          <a:lstStyle>
            <a:lvl1pPr marL="0" indent="0">
              <a:buNone/>
              <a:defRPr sz="1813"/>
            </a:lvl1pPr>
            <a:lvl2pPr marL="406374" indent="0">
              <a:buNone/>
              <a:defRPr sz="1600"/>
            </a:lvl2pPr>
            <a:lvl3pPr marL="812748" indent="0">
              <a:buNone/>
              <a:defRPr sz="1387"/>
            </a:lvl3pPr>
            <a:lvl4pPr marL="1219120" indent="0">
              <a:buNone/>
              <a:defRPr sz="1280"/>
            </a:lvl4pPr>
            <a:lvl5pPr marL="1625494" indent="0">
              <a:buNone/>
              <a:defRPr sz="1280"/>
            </a:lvl5pPr>
            <a:lvl6pPr marL="2031868" indent="0">
              <a:buNone/>
              <a:defRPr sz="1280"/>
            </a:lvl6pPr>
            <a:lvl7pPr marL="2438242" indent="0">
              <a:buNone/>
              <a:defRPr sz="1280"/>
            </a:lvl7pPr>
            <a:lvl8pPr marL="2844614" indent="0">
              <a:buNone/>
              <a:defRPr sz="1280"/>
            </a:lvl8pPr>
            <a:lvl9pPr marL="3250988" indent="0">
              <a:buNone/>
              <a:defRPr sz="1280"/>
            </a:lvl9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42" y="5638802"/>
            <a:ext cx="21018500"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864641" y="5638802"/>
            <a:ext cx="21020087" cy="26563638"/>
          </a:xfrm>
        </p:spPr>
        <p:txBody>
          <a:bodyPr/>
          <a:lstStyle>
            <a:lvl1pPr>
              <a:defRPr sz="2453"/>
            </a:lvl1pPr>
            <a:lvl2pPr>
              <a:defRPr sz="2133"/>
            </a:lvl2pPr>
            <a:lvl3pPr>
              <a:defRPr sz="181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7626"/>
            <a:ext cx="3950335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8"/>
            <a:ext cx="19392901"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4" name="Content Placeholder 3"/>
          <p:cNvSpPr>
            <a:spLocks noGrp="1"/>
          </p:cNvSpPr>
          <p:nvPr>
            <p:ph sz="half" idx="2"/>
          </p:nvPr>
        </p:nvSpPr>
        <p:spPr>
          <a:xfrm>
            <a:off x="2193926" y="10439402"/>
            <a:ext cx="19392901"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8"/>
            <a:ext cx="19400837" cy="3070226"/>
          </a:xfrm>
        </p:spPr>
        <p:txBody>
          <a:bodyPr anchor="b"/>
          <a:lstStyle>
            <a:lvl1pPr marL="0" indent="0">
              <a:buNone/>
              <a:defRPr sz="2133" b="1"/>
            </a:lvl1pPr>
            <a:lvl2pPr marL="406374" indent="0">
              <a:buNone/>
              <a:defRPr sz="1813" b="1"/>
            </a:lvl2pPr>
            <a:lvl3pPr marL="812748" indent="0">
              <a:buNone/>
              <a:defRPr sz="1600" b="1"/>
            </a:lvl3pPr>
            <a:lvl4pPr marL="1219120" indent="0">
              <a:buNone/>
              <a:defRPr sz="1387" b="1"/>
            </a:lvl4pPr>
            <a:lvl5pPr marL="1625494" indent="0">
              <a:buNone/>
              <a:defRPr sz="1387" b="1"/>
            </a:lvl5pPr>
            <a:lvl6pPr marL="2031868" indent="0">
              <a:buNone/>
              <a:defRPr sz="1387" b="1"/>
            </a:lvl6pPr>
            <a:lvl7pPr marL="2438242" indent="0">
              <a:buNone/>
              <a:defRPr sz="1387" b="1"/>
            </a:lvl7pPr>
            <a:lvl8pPr marL="2844614" indent="0">
              <a:buNone/>
              <a:defRPr sz="1387" b="1"/>
            </a:lvl8pPr>
            <a:lvl9pPr marL="3250988" indent="0">
              <a:buNone/>
              <a:defRPr sz="1387" b="1"/>
            </a:lvl9pPr>
          </a:lstStyle>
          <a:p>
            <a:pPr lvl="0"/>
            <a:r>
              <a:rPr lang="en-US"/>
              <a:t>Click to edit Master text styles</a:t>
            </a:r>
          </a:p>
        </p:txBody>
      </p:sp>
      <p:sp>
        <p:nvSpPr>
          <p:cNvPr id="6" name="Content Placeholder 5"/>
          <p:cNvSpPr>
            <a:spLocks noGrp="1"/>
          </p:cNvSpPr>
          <p:nvPr>
            <p:ph sz="quarter" idx="4"/>
          </p:nvPr>
        </p:nvSpPr>
        <p:spPr>
          <a:xfrm>
            <a:off x="22296440" y="10439402"/>
            <a:ext cx="19400837" cy="18965864"/>
          </a:xfrm>
        </p:spPr>
        <p:txBody>
          <a:bodyPr/>
          <a:lstStyle>
            <a:lvl1pPr>
              <a:defRPr sz="2133"/>
            </a:lvl1pPr>
            <a:lvl2pPr>
              <a:defRPr sz="1813"/>
            </a:lvl2pPr>
            <a:lvl3pPr>
              <a:defRPr sz="1600"/>
            </a:lvl3pPr>
            <a:lvl4pPr>
              <a:defRPr sz="1387"/>
            </a:lvl4pPr>
            <a:lvl5pPr>
              <a:defRPr sz="1387"/>
            </a:lvl5pPr>
            <a:lvl6pPr>
              <a:defRPr sz="1387"/>
            </a:lvl6pPr>
            <a:lvl7pPr>
              <a:defRPr sz="1387"/>
            </a:lvl7pPr>
            <a:lvl8pPr>
              <a:defRPr sz="1387"/>
            </a:lvl8pPr>
            <a:lvl9pPr>
              <a:defRPr sz="13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6" y="1311276"/>
            <a:ext cx="14439901" cy="5576889"/>
          </a:xfrm>
        </p:spPr>
        <p:txBody>
          <a:bodyPr anchor="b"/>
          <a:lstStyle>
            <a:lvl1pPr algn="l">
              <a:defRPr sz="1813" b="1"/>
            </a:lvl1pPr>
          </a:lstStyle>
          <a:p>
            <a:r>
              <a:rPr lang="en-US"/>
              <a:t>Click to edit Master title style</a:t>
            </a:r>
          </a:p>
        </p:txBody>
      </p:sp>
      <p:sp>
        <p:nvSpPr>
          <p:cNvPr id="3" name="Content Placeholder 2"/>
          <p:cNvSpPr>
            <a:spLocks noGrp="1"/>
          </p:cNvSpPr>
          <p:nvPr>
            <p:ph idx="1"/>
          </p:nvPr>
        </p:nvSpPr>
        <p:spPr>
          <a:xfrm>
            <a:off x="17160875" y="1311276"/>
            <a:ext cx="24536400" cy="28093989"/>
          </a:xfrm>
        </p:spPr>
        <p:txBody>
          <a:bodyPr/>
          <a:lstStyle>
            <a:lvl1pPr>
              <a:defRPr sz="2880"/>
            </a:lvl1pPr>
            <a:lvl2pPr>
              <a:defRPr sz="2453"/>
            </a:lvl2pPr>
            <a:lvl3pPr>
              <a:defRPr sz="2133"/>
            </a:lvl3pPr>
            <a:lvl4pPr>
              <a:defRPr sz="1813"/>
            </a:lvl4pPr>
            <a:lvl5pPr>
              <a:defRPr sz="1813"/>
            </a:lvl5pPr>
            <a:lvl6pPr>
              <a:defRPr sz="1813"/>
            </a:lvl6pPr>
            <a:lvl7pPr>
              <a:defRPr sz="1813"/>
            </a:lvl7pPr>
            <a:lvl8pPr>
              <a:defRPr sz="1813"/>
            </a:lvl8pPr>
            <a:lvl9pPr>
              <a:defRPr sz="18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6" y="6888164"/>
            <a:ext cx="14439901" cy="22517100"/>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4" y="23042566"/>
            <a:ext cx="26335037" cy="2720975"/>
          </a:xfrm>
        </p:spPr>
        <p:txBody>
          <a:bodyPr anchor="b"/>
          <a:lstStyle>
            <a:lvl1pPr algn="l">
              <a:defRPr sz="1813" b="1"/>
            </a:lvl1pPr>
          </a:lstStyle>
          <a:p>
            <a:r>
              <a:rPr lang="en-US"/>
              <a:t>Click to edit Master title style</a:t>
            </a:r>
          </a:p>
        </p:txBody>
      </p:sp>
      <p:sp>
        <p:nvSpPr>
          <p:cNvPr id="3" name="Picture Placeholder 2"/>
          <p:cNvSpPr>
            <a:spLocks noGrp="1"/>
          </p:cNvSpPr>
          <p:nvPr>
            <p:ph type="pic" idx="1"/>
          </p:nvPr>
        </p:nvSpPr>
        <p:spPr>
          <a:xfrm>
            <a:off x="8602664" y="2941640"/>
            <a:ext cx="26335037" cy="19750088"/>
          </a:xfrm>
        </p:spPr>
        <p:txBody>
          <a:bodyPr/>
          <a:lstStyle>
            <a:lvl1pPr marL="0" indent="0">
              <a:buNone/>
              <a:defRPr sz="2880"/>
            </a:lvl1pPr>
            <a:lvl2pPr marL="406374" indent="0">
              <a:buNone/>
              <a:defRPr sz="2453"/>
            </a:lvl2pPr>
            <a:lvl3pPr marL="812748" indent="0">
              <a:buNone/>
              <a:defRPr sz="2133"/>
            </a:lvl3pPr>
            <a:lvl4pPr marL="1219120" indent="0">
              <a:buNone/>
              <a:defRPr sz="1813"/>
            </a:lvl4pPr>
            <a:lvl5pPr marL="1625494" indent="0">
              <a:buNone/>
              <a:defRPr sz="1813"/>
            </a:lvl5pPr>
            <a:lvl6pPr marL="2031868" indent="0">
              <a:buNone/>
              <a:defRPr sz="1813"/>
            </a:lvl6pPr>
            <a:lvl7pPr marL="2438242" indent="0">
              <a:buNone/>
              <a:defRPr sz="1813"/>
            </a:lvl7pPr>
            <a:lvl8pPr marL="2844614" indent="0">
              <a:buNone/>
              <a:defRPr sz="1813"/>
            </a:lvl8pPr>
            <a:lvl9pPr marL="3250988" indent="0">
              <a:buNone/>
              <a:defRPr sz="1813"/>
            </a:lvl9pPr>
          </a:lstStyle>
          <a:p>
            <a:pPr lvl="0"/>
            <a:endParaRPr lang="en-US" noProof="0"/>
          </a:p>
        </p:txBody>
      </p:sp>
      <p:sp>
        <p:nvSpPr>
          <p:cNvPr id="4" name="Text Placeholder 3"/>
          <p:cNvSpPr>
            <a:spLocks noGrp="1"/>
          </p:cNvSpPr>
          <p:nvPr>
            <p:ph type="body" sz="half" idx="2"/>
          </p:nvPr>
        </p:nvSpPr>
        <p:spPr>
          <a:xfrm>
            <a:off x="8602664" y="25763540"/>
            <a:ext cx="26335037" cy="3862388"/>
          </a:xfrm>
        </p:spPr>
        <p:txBody>
          <a:bodyPr/>
          <a:lstStyle>
            <a:lvl1pPr marL="0" indent="0">
              <a:buNone/>
              <a:defRPr sz="1280"/>
            </a:lvl1pPr>
            <a:lvl2pPr marL="406374" indent="0">
              <a:buNone/>
              <a:defRPr sz="1067"/>
            </a:lvl2pPr>
            <a:lvl3pPr marL="812748" indent="0">
              <a:buNone/>
              <a:defRPr sz="853"/>
            </a:lvl3pPr>
            <a:lvl4pPr marL="1219120" indent="0">
              <a:buNone/>
              <a:defRPr sz="747"/>
            </a:lvl4pPr>
            <a:lvl5pPr marL="1625494" indent="0">
              <a:buNone/>
              <a:defRPr sz="747"/>
            </a:lvl5pPr>
            <a:lvl6pPr marL="2031868" indent="0">
              <a:buNone/>
              <a:defRPr sz="747"/>
            </a:lvl6pPr>
            <a:lvl7pPr marL="2438242" indent="0">
              <a:buNone/>
              <a:defRPr sz="747"/>
            </a:lvl7pPr>
            <a:lvl8pPr marL="2844614" indent="0">
              <a:buNone/>
              <a:defRPr sz="747"/>
            </a:lvl8pPr>
            <a:lvl9pPr marL="3250988" indent="0">
              <a:buNone/>
              <a:defRPr sz="747"/>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7" y="1273177"/>
            <a:ext cx="10547351" cy="309292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9" y="1273177"/>
            <a:ext cx="31491239" cy="309292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6052" name="Rectangle 36"/>
          <p:cNvSpPr>
            <a:spLocks noChangeArrowheads="1"/>
          </p:cNvSpPr>
          <p:nvPr/>
        </p:nvSpPr>
        <p:spPr bwMode="auto">
          <a:xfrm>
            <a:off x="0" y="0"/>
            <a:ext cx="43891200" cy="4800600"/>
          </a:xfrm>
          <a:prstGeom prst="rect">
            <a:avLst/>
          </a:prstGeom>
          <a:solidFill>
            <a:schemeClr val="accent2"/>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49" name="Rectangle 33"/>
          <p:cNvSpPr>
            <a:spLocks noChangeArrowheads="1"/>
          </p:cNvSpPr>
          <p:nvPr/>
        </p:nvSpPr>
        <p:spPr bwMode="auto">
          <a:xfrm>
            <a:off x="693421" y="5638800"/>
            <a:ext cx="997458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25" name="Rectangle 9"/>
          <p:cNvSpPr>
            <a:spLocks noChangeArrowheads="1"/>
          </p:cNvSpPr>
          <p:nvPr/>
        </p:nvSpPr>
        <p:spPr bwMode="auto">
          <a:xfrm>
            <a:off x="0" y="4800600"/>
            <a:ext cx="43891200" cy="129540"/>
          </a:xfrm>
          <a:prstGeom prst="rect">
            <a:avLst/>
          </a:prstGeom>
          <a:solidFill>
            <a:srgbClr val="660000"/>
          </a:solidFill>
          <a:ln w="152400">
            <a:solidFill>
              <a:srgbClr val="FF9900"/>
            </a:solidFill>
            <a:miter lim="800000"/>
            <a:headEnd/>
            <a:tailEnd/>
          </a:ln>
          <a:effectLst/>
        </p:spPr>
        <p:txBody>
          <a:bodyPr wrap="none" lIns="81277" tIns="40637" rIns="81277" bIns="40637" anchor="ctr"/>
          <a:lstStyle/>
          <a:p>
            <a:pPr>
              <a:defRPr/>
            </a:pPr>
            <a:endParaRPr lang="en-US" sz="2195">
              <a:cs typeface="+mn-cs"/>
            </a:endParaRPr>
          </a:p>
        </p:txBody>
      </p:sp>
      <p:sp>
        <p:nvSpPr>
          <p:cNvPr id="86030" name="Text Box 14"/>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TEMPLATE DESIGN © 2008</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1030" name="Rectangle 15"/>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1031" name="Rectangle 16"/>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86041" name="Rectangle 25"/>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86048" name="Rectangle 32"/>
          <p:cNvSpPr>
            <a:spLocks noChangeArrowheads="1"/>
          </p:cNvSpPr>
          <p:nvPr/>
        </p:nvSpPr>
        <p:spPr bwMode="auto">
          <a:xfrm>
            <a:off x="1149096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50" name="Rectangle 34"/>
          <p:cNvSpPr>
            <a:spLocks noChangeArrowheads="1"/>
          </p:cNvSpPr>
          <p:nvPr/>
        </p:nvSpPr>
        <p:spPr bwMode="auto">
          <a:xfrm>
            <a:off x="2227326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86051" name="Rectangle 35"/>
          <p:cNvSpPr>
            <a:spLocks noChangeArrowheads="1"/>
          </p:cNvSpPr>
          <p:nvPr/>
        </p:nvSpPr>
        <p:spPr bwMode="auto">
          <a:xfrm>
            <a:off x="33078420" y="5638800"/>
            <a:ext cx="9982200" cy="26563320"/>
          </a:xfrm>
          <a:prstGeom prst="rect">
            <a:avLst/>
          </a:prstGeom>
          <a:solidFill>
            <a:srgbClr val="FFFFFF"/>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7680">
          <a:solidFill>
            <a:srgbClr val="FFFFFF"/>
          </a:solidFill>
          <a:latin typeface="+mj-lt"/>
          <a:ea typeface="+mj-ea"/>
          <a:cs typeface="+mj-cs"/>
        </a:defRPr>
      </a:lvl1pPr>
      <a:lvl2pPr algn="ctr" rtl="0" eaLnBrk="0" fontAlgn="base" hangingPunct="0">
        <a:spcBef>
          <a:spcPct val="0"/>
        </a:spcBef>
        <a:spcAft>
          <a:spcPct val="0"/>
        </a:spcAft>
        <a:defRPr sz="7680">
          <a:solidFill>
            <a:srgbClr val="FFFFFF"/>
          </a:solidFill>
          <a:latin typeface="Arial Black" pitchFamily="34" charset="0"/>
        </a:defRPr>
      </a:lvl2pPr>
      <a:lvl3pPr algn="ctr" rtl="0" eaLnBrk="0" fontAlgn="base" hangingPunct="0">
        <a:spcBef>
          <a:spcPct val="0"/>
        </a:spcBef>
        <a:spcAft>
          <a:spcPct val="0"/>
        </a:spcAft>
        <a:defRPr sz="7680">
          <a:solidFill>
            <a:srgbClr val="FFFFFF"/>
          </a:solidFill>
          <a:latin typeface="Arial Black" pitchFamily="34" charset="0"/>
        </a:defRPr>
      </a:lvl3pPr>
      <a:lvl4pPr algn="ctr" rtl="0" eaLnBrk="0" fontAlgn="base" hangingPunct="0">
        <a:spcBef>
          <a:spcPct val="0"/>
        </a:spcBef>
        <a:spcAft>
          <a:spcPct val="0"/>
        </a:spcAft>
        <a:defRPr sz="7680">
          <a:solidFill>
            <a:srgbClr val="FFFFFF"/>
          </a:solidFill>
          <a:latin typeface="Arial Black" pitchFamily="34" charset="0"/>
        </a:defRPr>
      </a:lvl4pPr>
      <a:lvl5pPr algn="ctr" rtl="0" eaLnBrk="0" fontAlgn="base" hangingPunct="0">
        <a:spcBef>
          <a:spcPct val="0"/>
        </a:spcBef>
        <a:spcAft>
          <a:spcPct val="0"/>
        </a:spcAft>
        <a:defRPr sz="7680">
          <a:solidFill>
            <a:srgbClr val="FFFFFF"/>
          </a:solidFill>
          <a:latin typeface="Arial Black" pitchFamily="34" charset="0"/>
        </a:defRPr>
      </a:lvl5pPr>
      <a:lvl6pPr marL="406374" algn="ctr" rtl="0" fontAlgn="base">
        <a:spcBef>
          <a:spcPct val="0"/>
        </a:spcBef>
        <a:spcAft>
          <a:spcPct val="0"/>
        </a:spcAft>
        <a:defRPr sz="7680">
          <a:solidFill>
            <a:srgbClr val="FFFFFF"/>
          </a:solidFill>
          <a:latin typeface="Arial Black" pitchFamily="34" charset="0"/>
        </a:defRPr>
      </a:lvl6pPr>
      <a:lvl7pPr marL="812748" algn="ctr" rtl="0" fontAlgn="base">
        <a:spcBef>
          <a:spcPct val="0"/>
        </a:spcBef>
        <a:spcAft>
          <a:spcPct val="0"/>
        </a:spcAft>
        <a:defRPr sz="7680">
          <a:solidFill>
            <a:srgbClr val="FFFFFF"/>
          </a:solidFill>
          <a:latin typeface="Arial Black" pitchFamily="34" charset="0"/>
        </a:defRPr>
      </a:lvl7pPr>
      <a:lvl8pPr marL="1219120" algn="ctr" rtl="0" fontAlgn="base">
        <a:spcBef>
          <a:spcPct val="0"/>
        </a:spcBef>
        <a:spcAft>
          <a:spcPct val="0"/>
        </a:spcAft>
        <a:defRPr sz="7680">
          <a:solidFill>
            <a:srgbClr val="FFFFFF"/>
          </a:solidFill>
          <a:latin typeface="Arial Black" pitchFamily="34" charset="0"/>
        </a:defRPr>
      </a:lvl8pPr>
      <a:lvl9pPr marL="1625494" algn="ctr" rtl="0" fontAlgn="base">
        <a:spcBef>
          <a:spcPct val="0"/>
        </a:spcBef>
        <a:spcAft>
          <a:spcPct val="0"/>
        </a:spcAft>
        <a:defRPr sz="7680">
          <a:solidFill>
            <a:srgbClr val="FFFFFF"/>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7" name="Rectangle 3"/>
          <p:cNvSpPr>
            <a:spLocks noChangeArrowheads="1"/>
          </p:cNvSpPr>
          <p:nvPr/>
        </p:nvSpPr>
        <p:spPr bwMode="auto">
          <a:xfrm>
            <a:off x="693421" y="5638800"/>
            <a:ext cx="997458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28"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0229"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2054"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2055" name="Rectangle 7"/>
          <p:cNvSpPr>
            <a:spLocks noGrp="1" noChangeArrowheads="1"/>
          </p:cNvSpPr>
          <p:nvPr>
            <p:ph type="body" idx="1"/>
          </p:nvPr>
        </p:nvSpPr>
        <p:spPr bwMode="auto">
          <a:xfrm>
            <a:off x="693421" y="5638800"/>
            <a:ext cx="997458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0232"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
        <p:nvSpPr>
          <p:cNvPr id="180233" name="Rectangle 9"/>
          <p:cNvSpPr>
            <a:spLocks noChangeArrowheads="1"/>
          </p:cNvSpPr>
          <p:nvPr/>
        </p:nvSpPr>
        <p:spPr bwMode="auto">
          <a:xfrm>
            <a:off x="11490961" y="5638800"/>
            <a:ext cx="207645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0235" name="Rectangle 11"/>
          <p:cNvSpPr>
            <a:spLocks noChangeArrowheads="1"/>
          </p:cNvSpPr>
          <p:nvPr/>
        </p:nvSpPr>
        <p:spPr bwMode="auto">
          <a:xfrm>
            <a:off x="33078420" y="5638800"/>
            <a:ext cx="9982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ChangeArrowheads="1"/>
          </p:cNvSpPr>
          <p:nvPr/>
        </p:nvSpPr>
        <p:spPr bwMode="auto">
          <a:xfrm>
            <a:off x="0" y="0"/>
            <a:ext cx="43891200" cy="480060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1" name="Rectangle 3"/>
          <p:cNvSpPr>
            <a:spLocks noChangeArrowheads="1"/>
          </p:cNvSpPr>
          <p:nvPr/>
        </p:nvSpPr>
        <p:spPr bwMode="auto">
          <a:xfrm>
            <a:off x="693420" y="5638800"/>
            <a:ext cx="42367200" cy="26563320"/>
          </a:xfrm>
          <a:prstGeom prst="rect">
            <a:avLst/>
          </a:prstGeom>
          <a:solidFill>
            <a:schemeClr val="accent1"/>
          </a:solidFill>
          <a:ln w="9525">
            <a:solidFill>
              <a:schemeClr val="tx1"/>
            </a:solidFill>
            <a:miter lim="800000"/>
            <a:headEnd/>
            <a:tailEnd/>
          </a:ln>
          <a:effectLst/>
        </p:spPr>
        <p:txBody>
          <a:bodyPr wrap="none" lIns="81277" tIns="40637" rIns="81277" bIns="40637" anchor="ctr"/>
          <a:lstStyle/>
          <a:p>
            <a:pPr>
              <a:defRPr/>
            </a:pPr>
            <a:endParaRPr lang="en-US" sz="2195">
              <a:cs typeface="+mn-cs"/>
            </a:endParaRPr>
          </a:p>
        </p:txBody>
      </p:sp>
      <p:sp>
        <p:nvSpPr>
          <p:cNvPr id="181252" name="Rectangle 4"/>
          <p:cNvSpPr>
            <a:spLocks noChangeArrowheads="1"/>
          </p:cNvSpPr>
          <p:nvPr/>
        </p:nvSpPr>
        <p:spPr bwMode="auto">
          <a:xfrm>
            <a:off x="0" y="4800600"/>
            <a:ext cx="43891200" cy="129540"/>
          </a:xfrm>
          <a:prstGeom prst="rect">
            <a:avLst/>
          </a:prstGeom>
          <a:solidFill>
            <a:srgbClr val="660000"/>
          </a:solidFill>
          <a:ln w="9525">
            <a:noFill/>
            <a:miter lim="800000"/>
            <a:headEnd/>
            <a:tailEnd/>
          </a:ln>
          <a:effectLst/>
        </p:spPr>
        <p:txBody>
          <a:bodyPr wrap="none" lIns="81277" tIns="40637" rIns="81277" bIns="40637" anchor="ctr"/>
          <a:lstStyle/>
          <a:p>
            <a:pPr>
              <a:defRPr/>
            </a:pPr>
            <a:endParaRPr lang="en-US" sz="2195">
              <a:cs typeface="+mn-cs"/>
            </a:endParaRPr>
          </a:p>
        </p:txBody>
      </p:sp>
      <p:sp>
        <p:nvSpPr>
          <p:cNvPr id="181253" name="Text Box 5"/>
          <p:cNvSpPr txBox="1">
            <a:spLocks noChangeArrowheads="1"/>
          </p:cNvSpPr>
          <p:nvPr/>
        </p:nvSpPr>
        <p:spPr bwMode="auto">
          <a:xfrm>
            <a:off x="609600" y="32445961"/>
            <a:ext cx="2514600" cy="275603"/>
          </a:xfrm>
          <a:prstGeom prst="rect">
            <a:avLst/>
          </a:prstGeom>
          <a:noFill/>
          <a:ln w="9525">
            <a:noFill/>
            <a:miter lim="800000"/>
            <a:headEnd/>
            <a:tailEnd/>
          </a:ln>
          <a:effectLst/>
        </p:spPr>
        <p:txBody>
          <a:bodyPr lIns="81123" tIns="40552" rIns="81123" bIns="40552">
            <a:spAutoFit/>
          </a:bodyPr>
          <a:lstStyle/>
          <a:p>
            <a:pPr eaLnBrk="0" hangingPunct="0">
              <a:lnSpc>
                <a:spcPct val="65000"/>
              </a:lnSpc>
              <a:spcBef>
                <a:spcPct val="50000"/>
              </a:spcBef>
              <a:defRPr/>
            </a:pPr>
            <a:r>
              <a:rPr lang="en-US" sz="427" b="1" dirty="0">
                <a:solidFill>
                  <a:schemeClr val="bg2"/>
                </a:solidFill>
                <a:latin typeface="Arial" charset="0"/>
                <a:cs typeface="+mn-cs"/>
              </a:rPr>
              <a:t>POSTER TEMPLATE BY:</a:t>
            </a:r>
          </a:p>
          <a:p>
            <a:pPr eaLnBrk="0" hangingPunct="0">
              <a:lnSpc>
                <a:spcPct val="65000"/>
              </a:lnSpc>
              <a:spcBef>
                <a:spcPct val="50000"/>
              </a:spcBef>
              <a:defRPr/>
            </a:pPr>
            <a:r>
              <a:rPr lang="en-US" sz="853" b="1" dirty="0">
                <a:solidFill>
                  <a:schemeClr val="bg2"/>
                </a:solidFill>
                <a:latin typeface="Arial" charset="0"/>
                <a:cs typeface="+mn-cs"/>
              </a:rPr>
              <a:t>www.PosterPresentations.com</a:t>
            </a:r>
          </a:p>
        </p:txBody>
      </p:sp>
      <p:sp>
        <p:nvSpPr>
          <p:cNvPr id="3078" name="Rectangle 6"/>
          <p:cNvSpPr>
            <a:spLocks noGrp="1" noChangeArrowheads="1"/>
          </p:cNvSpPr>
          <p:nvPr>
            <p:ph type="title"/>
          </p:nvPr>
        </p:nvSpPr>
        <p:spPr bwMode="auto">
          <a:xfrm>
            <a:off x="960120" y="1272540"/>
            <a:ext cx="41925240" cy="2202180"/>
          </a:xfrm>
          <a:prstGeom prst="rect">
            <a:avLst/>
          </a:prstGeom>
          <a:noFill/>
          <a:ln w="9525">
            <a:noFill/>
            <a:miter lim="800000"/>
            <a:headEnd/>
            <a:tailEnd/>
          </a:ln>
        </p:spPr>
        <p:txBody>
          <a:bodyPr vert="horz" wrap="square" lIns="76053" tIns="38018" rIns="76053" bIns="38018" numCol="1" anchor="ctr" anchorCtr="0" compatLnSpc="1">
            <a:prstTxWarp prst="textNoShape">
              <a:avLst/>
            </a:prstTxWarp>
          </a:bodyPr>
          <a:lstStyle/>
          <a:p>
            <a:pPr lvl="0"/>
            <a:r>
              <a:rPr lang="en-US"/>
              <a:t>Click to edit Master title style</a:t>
            </a:r>
          </a:p>
        </p:txBody>
      </p:sp>
      <p:sp>
        <p:nvSpPr>
          <p:cNvPr id="3079" name="Rectangle 7"/>
          <p:cNvSpPr>
            <a:spLocks noGrp="1" noChangeArrowheads="1"/>
          </p:cNvSpPr>
          <p:nvPr>
            <p:ph type="body" idx="1"/>
          </p:nvPr>
        </p:nvSpPr>
        <p:spPr bwMode="auto">
          <a:xfrm>
            <a:off x="693421" y="5638800"/>
            <a:ext cx="42191940" cy="26563320"/>
          </a:xfrm>
          <a:prstGeom prst="rect">
            <a:avLst/>
          </a:prstGeom>
          <a:noFill/>
          <a:ln w="9525">
            <a:noFill/>
            <a:miter lim="800000"/>
            <a:headEnd/>
            <a:tailEnd/>
          </a:ln>
        </p:spPr>
        <p:txBody>
          <a:bodyPr vert="horz" wrap="square" lIns="380325" tIns="380325" rIns="380325" bIns="380325" numCol="1" anchor="t" anchorCtr="0" compatLnSpc="1">
            <a:prstTxWarp prst="textNoShape">
              <a:avLst/>
            </a:prstTxWarp>
          </a:bodyPr>
          <a:lstStyle/>
          <a:p>
            <a:pPr lvl="0"/>
            <a:r>
              <a:rPr lang="en-US"/>
              <a:t>Click to edit Master text styles</a:t>
            </a:r>
          </a:p>
          <a:p>
            <a:pPr lvl="1"/>
            <a:r>
              <a:rPr lang="en-US"/>
              <a:t>Second level</a:t>
            </a:r>
          </a:p>
        </p:txBody>
      </p:sp>
      <p:sp>
        <p:nvSpPr>
          <p:cNvPr id="181256" name="Rectangle 8"/>
          <p:cNvSpPr>
            <a:spLocks noChangeArrowheads="1"/>
          </p:cNvSpPr>
          <p:nvPr/>
        </p:nvSpPr>
        <p:spPr bwMode="auto">
          <a:xfrm>
            <a:off x="0" y="0"/>
            <a:ext cx="43891200" cy="32918400"/>
          </a:xfrm>
          <a:prstGeom prst="rect">
            <a:avLst/>
          </a:prstGeom>
          <a:noFill/>
          <a:ln w="3175">
            <a:solidFill>
              <a:schemeClr val="tx2"/>
            </a:solidFill>
            <a:miter lim="800000"/>
            <a:headEnd/>
            <a:tailEnd/>
          </a:ln>
          <a:effectLst/>
        </p:spPr>
        <p:txBody>
          <a:bodyPr wrap="none" lIns="81277" tIns="40637" rIns="81277" bIns="40637" anchor="ctr"/>
          <a:lstStyle/>
          <a:p>
            <a:pPr>
              <a:defRPr/>
            </a:pPr>
            <a:endParaRPr lang="en-US" sz="2195">
              <a:cs typeface="+mn-cs"/>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7680">
          <a:solidFill>
            <a:schemeClr val="tx2"/>
          </a:solidFill>
          <a:latin typeface="+mj-lt"/>
          <a:ea typeface="+mj-ea"/>
          <a:cs typeface="+mj-cs"/>
        </a:defRPr>
      </a:lvl1pPr>
      <a:lvl2pPr algn="ctr" rtl="0" eaLnBrk="0" fontAlgn="base" hangingPunct="0">
        <a:spcBef>
          <a:spcPct val="0"/>
        </a:spcBef>
        <a:spcAft>
          <a:spcPct val="0"/>
        </a:spcAft>
        <a:defRPr sz="7680">
          <a:solidFill>
            <a:schemeClr val="tx2"/>
          </a:solidFill>
          <a:latin typeface="Arial Black" pitchFamily="34" charset="0"/>
        </a:defRPr>
      </a:lvl2pPr>
      <a:lvl3pPr algn="ctr" rtl="0" eaLnBrk="0" fontAlgn="base" hangingPunct="0">
        <a:spcBef>
          <a:spcPct val="0"/>
        </a:spcBef>
        <a:spcAft>
          <a:spcPct val="0"/>
        </a:spcAft>
        <a:defRPr sz="7680">
          <a:solidFill>
            <a:schemeClr val="tx2"/>
          </a:solidFill>
          <a:latin typeface="Arial Black" pitchFamily="34" charset="0"/>
        </a:defRPr>
      </a:lvl3pPr>
      <a:lvl4pPr algn="ctr" rtl="0" eaLnBrk="0" fontAlgn="base" hangingPunct="0">
        <a:spcBef>
          <a:spcPct val="0"/>
        </a:spcBef>
        <a:spcAft>
          <a:spcPct val="0"/>
        </a:spcAft>
        <a:defRPr sz="7680">
          <a:solidFill>
            <a:schemeClr val="tx2"/>
          </a:solidFill>
          <a:latin typeface="Arial Black" pitchFamily="34" charset="0"/>
        </a:defRPr>
      </a:lvl4pPr>
      <a:lvl5pPr algn="ctr" rtl="0" eaLnBrk="0" fontAlgn="base" hangingPunct="0">
        <a:spcBef>
          <a:spcPct val="0"/>
        </a:spcBef>
        <a:spcAft>
          <a:spcPct val="0"/>
        </a:spcAft>
        <a:defRPr sz="7680">
          <a:solidFill>
            <a:schemeClr val="tx2"/>
          </a:solidFill>
          <a:latin typeface="Arial Black" pitchFamily="34" charset="0"/>
        </a:defRPr>
      </a:lvl5pPr>
      <a:lvl6pPr marL="406374" algn="ctr" rtl="0" fontAlgn="base">
        <a:spcBef>
          <a:spcPct val="0"/>
        </a:spcBef>
        <a:spcAft>
          <a:spcPct val="0"/>
        </a:spcAft>
        <a:defRPr sz="7680">
          <a:solidFill>
            <a:schemeClr val="tx2"/>
          </a:solidFill>
          <a:latin typeface="Arial Black" pitchFamily="34" charset="0"/>
        </a:defRPr>
      </a:lvl6pPr>
      <a:lvl7pPr marL="812748" algn="ctr" rtl="0" fontAlgn="base">
        <a:spcBef>
          <a:spcPct val="0"/>
        </a:spcBef>
        <a:spcAft>
          <a:spcPct val="0"/>
        </a:spcAft>
        <a:defRPr sz="7680">
          <a:solidFill>
            <a:schemeClr val="tx2"/>
          </a:solidFill>
          <a:latin typeface="Arial Black" pitchFamily="34" charset="0"/>
        </a:defRPr>
      </a:lvl7pPr>
      <a:lvl8pPr marL="1219120" algn="ctr" rtl="0" fontAlgn="base">
        <a:spcBef>
          <a:spcPct val="0"/>
        </a:spcBef>
        <a:spcAft>
          <a:spcPct val="0"/>
        </a:spcAft>
        <a:defRPr sz="7680">
          <a:solidFill>
            <a:schemeClr val="tx2"/>
          </a:solidFill>
          <a:latin typeface="Arial Black" pitchFamily="34" charset="0"/>
        </a:defRPr>
      </a:lvl8pPr>
      <a:lvl9pPr marL="1625494" algn="ctr" rtl="0" fontAlgn="base">
        <a:spcBef>
          <a:spcPct val="0"/>
        </a:spcBef>
        <a:spcAft>
          <a:spcPct val="0"/>
        </a:spcAft>
        <a:defRPr sz="7680">
          <a:solidFill>
            <a:schemeClr val="tx2"/>
          </a:solidFill>
          <a:latin typeface="Arial Black" pitchFamily="34" charset="0"/>
        </a:defRPr>
      </a:lvl9pPr>
    </p:titleStyle>
    <p:bodyStyle>
      <a:lvl1pPr marL="303099" indent="-303099" algn="l" rtl="0" eaLnBrk="0" fontAlgn="base" hangingPunct="0">
        <a:spcBef>
          <a:spcPct val="20000"/>
        </a:spcBef>
        <a:spcAft>
          <a:spcPct val="0"/>
        </a:spcAft>
        <a:buChar char="•"/>
        <a:defRPr sz="2560">
          <a:solidFill>
            <a:schemeClr val="tx1"/>
          </a:solidFill>
          <a:latin typeface="+mn-lt"/>
          <a:ea typeface="+mn-ea"/>
          <a:cs typeface="+mn-cs"/>
        </a:defRPr>
      </a:lvl1pPr>
      <a:lvl2pPr marL="656997" indent="-250607" algn="l" rtl="0" eaLnBrk="0" fontAlgn="base" hangingPunct="0">
        <a:spcBef>
          <a:spcPct val="20000"/>
        </a:spcBef>
        <a:spcAft>
          <a:spcPct val="0"/>
        </a:spcAft>
        <a:buChar char="–"/>
        <a:defRPr sz="2560">
          <a:solidFill>
            <a:schemeClr val="tx1"/>
          </a:solidFill>
          <a:latin typeface="+mn-lt"/>
        </a:defRPr>
      </a:lvl2pPr>
      <a:lvl3pPr marL="1014281" indent="-201502" algn="l" rtl="0" eaLnBrk="0" fontAlgn="base" hangingPunct="0">
        <a:spcBef>
          <a:spcPct val="20000"/>
        </a:spcBef>
        <a:spcAft>
          <a:spcPct val="0"/>
        </a:spcAft>
        <a:buChar char="•"/>
        <a:defRPr sz="2133">
          <a:solidFill>
            <a:schemeClr val="tx1"/>
          </a:solidFill>
          <a:latin typeface="+mn-lt"/>
        </a:defRPr>
      </a:lvl3pPr>
      <a:lvl4pPr marL="1420671" indent="-201502" algn="l" rtl="0" eaLnBrk="0" fontAlgn="base" hangingPunct="0">
        <a:spcBef>
          <a:spcPct val="20000"/>
        </a:spcBef>
        <a:spcAft>
          <a:spcPct val="0"/>
        </a:spcAft>
        <a:buChar char="–"/>
        <a:defRPr sz="1707">
          <a:solidFill>
            <a:schemeClr val="tx1"/>
          </a:solidFill>
          <a:latin typeface="+mn-lt"/>
        </a:defRPr>
      </a:lvl4pPr>
      <a:lvl5pPr marL="1827061" indent="-201502" algn="l" rtl="0" eaLnBrk="0" fontAlgn="base" hangingPunct="0">
        <a:spcBef>
          <a:spcPct val="20000"/>
        </a:spcBef>
        <a:spcAft>
          <a:spcPct val="0"/>
        </a:spcAft>
        <a:buChar char="»"/>
        <a:defRPr sz="1707">
          <a:solidFill>
            <a:schemeClr val="tx1"/>
          </a:solidFill>
          <a:latin typeface="+mn-lt"/>
        </a:defRPr>
      </a:lvl5pPr>
      <a:lvl6pPr marL="2235055" indent="-203187" algn="l" rtl="0" fontAlgn="base">
        <a:spcBef>
          <a:spcPct val="20000"/>
        </a:spcBef>
        <a:spcAft>
          <a:spcPct val="0"/>
        </a:spcAft>
        <a:buChar char="»"/>
        <a:defRPr sz="1707">
          <a:solidFill>
            <a:schemeClr val="tx1"/>
          </a:solidFill>
          <a:latin typeface="+mn-lt"/>
        </a:defRPr>
      </a:lvl6pPr>
      <a:lvl7pPr marL="2641429" indent="-203187" algn="l" rtl="0" fontAlgn="base">
        <a:spcBef>
          <a:spcPct val="20000"/>
        </a:spcBef>
        <a:spcAft>
          <a:spcPct val="0"/>
        </a:spcAft>
        <a:buChar char="»"/>
        <a:defRPr sz="1707">
          <a:solidFill>
            <a:schemeClr val="tx1"/>
          </a:solidFill>
          <a:latin typeface="+mn-lt"/>
        </a:defRPr>
      </a:lvl7pPr>
      <a:lvl8pPr marL="3047802" indent="-203187" algn="l" rtl="0" fontAlgn="base">
        <a:spcBef>
          <a:spcPct val="20000"/>
        </a:spcBef>
        <a:spcAft>
          <a:spcPct val="0"/>
        </a:spcAft>
        <a:buChar char="»"/>
        <a:defRPr sz="1707">
          <a:solidFill>
            <a:schemeClr val="tx1"/>
          </a:solidFill>
          <a:latin typeface="+mn-lt"/>
        </a:defRPr>
      </a:lvl8pPr>
      <a:lvl9pPr marL="3454175" indent="-203187" algn="l" rtl="0" fontAlgn="base">
        <a:spcBef>
          <a:spcPct val="20000"/>
        </a:spcBef>
        <a:spcAft>
          <a:spcPct val="0"/>
        </a:spcAft>
        <a:buChar char="»"/>
        <a:defRPr sz="1707">
          <a:solidFill>
            <a:schemeClr val="tx1"/>
          </a:solidFill>
          <a:latin typeface="+mn-lt"/>
        </a:defRPr>
      </a:lvl9pPr>
    </p:bodyStyle>
    <p:otherStyle>
      <a:defPPr>
        <a:defRPr lang="en-US"/>
      </a:defPPr>
      <a:lvl1pPr marL="0" algn="l" defTabSz="812748" rtl="0" eaLnBrk="1" latinLnBrk="0" hangingPunct="1">
        <a:defRPr sz="1600" kern="1200">
          <a:solidFill>
            <a:schemeClr val="tx1"/>
          </a:solidFill>
          <a:latin typeface="+mn-lt"/>
          <a:ea typeface="+mn-ea"/>
          <a:cs typeface="+mn-cs"/>
        </a:defRPr>
      </a:lvl1pPr>
      <a:lvl2pPr marL="406374" algn="l" defTabSz="812748" rtl="0" eaLnBrk="1" latinLnBrk="0" hangingPunct="1">
        <a:defRPr sz="1600" kern="1200">
          <a:solidFill>
            <a:schemeClr val="tx1"/>
          </a:solidFill>
          <a:latin typeface="+mn-lt"/>
          <a:ea typeface="+mn-ea"/>
          <a:cs typeface="+mn-cs"/>
        </a:defRPr>
      </a:lvl2pPr>
      <a:lvl3pPr marL="812748" algn="l" defTabSz="812748" rtl="0" eaLnBrk="1" latinLnBrk="0" hangingPunct="1">
        <a:defRPr sz="1600" kern="1200">
          <a:solidFill>
            <a:schemeClr val="tx1"/>
          </a:solidFill>
          <a:latin typeface="+mn-lt"/>
          <a:ea typeface="+mn-ea"/>
          <a:cs typeface="+mn-cs"/>
        </a:defRPr>
      </a:lvl3pPr>
      <a:lvl4pPr marL="1219120" algn="l" defTabSz="812748" rtl="0" eaLnBrk="1" latinLnBrk="0" hangingPunct="1">
        <a:defRPr sz="1600" kern="1200">
          <a:solidFill>
            <a:schemeClr val="tx1"/>
          </a:solidFill>
          <a:latin typeface="+mn-lt"/>
          <a:ea typeface="+mn-ea"/>
          <a:cs typeface="+mn-cs"/>
        </a:defRPr>
      </a:lvl4pPr>
      <a:lvl5pPr marL="1625494" algn="l" defTabSz="812748" rtl="0" eaLnBrk="1" latinLnBrk="0" hangingPunct="1">
        <a:defRPr sz="1600" kern="1200">
          <a:solidFill>
            <a:schemeClr val="tx1"/>
          </a:solidFill>
          <a:latin typeface="+mn-lt"/>
          <a:ea typeface="+mn-ea"/>
          <a:cs typeface="+mn-cs"/>
        </a:defRPr>
      </a:lvl5pPr>
      <a:lvl6pPr marL="2031868" algn="l" defTabSz="812748" rtl="0" eaLnBrk="1" latinLnBrk="0" hangingPunct="1">
        <a:defRPr sz="1600" kern="1200">
          <a:solidFill>
            <a:schemeClr val="tx1"/>
          </a:solidFill>
          <a:latin typeface="+mn-lt"/>
          <a:ea typeface="+mn-ea"/>
          <a:cs typeface="+mn-cs"/>
        </a:defRPr>
      </a:lvl6pPr>
      <a:lvl7pPr marL="2438242" algn="l" defTabSz="812748" rtl="0" eaLnBrk="1" latinLnBrk="0" hangingPunct="1">
        <a:defRPr sz="1600" kern="1200">
          <a:solidFill>
            <a:schemeClr val="tx1"/>
          </a:solidFill>
          <a:latin typeface="+mn-lt"/>
          <a:ea typeface="+mn-ea"/>
          <a:cs typeface="+mn-cs"/>
        </a:defRPr>
      </a:lvl7pPr>
      <a:lvl8pPr marL="2844614" algn="l" defTabSz="812748" rtl="0" eaLnBrk="1" latinLnBrk="0" hangingPunct="1">
        <a:defRPr sz="1600" kern="1200">
          <a:solidFill>
            <a:schemeClr val="tx1"/>
          </a:solidFill>
          <a:latin typeface="+mn-lt"/>
          <a:ea typeface="+mn-ea"/>
          <a:cs typeface="+mn-cs"/>
        </a:defRPr>
      </a:lvl8pPr>
      <a:lvl9pPr marL="3250988" algn="l" defTabSz="812748"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Text Box 482"/>
          <p:cNvSpPr txBox="1">
            <a:spLocks noChangeArrowheads="1"/>
          </p:cNvSpPr>
          <p:nvPr/>
        </p:nvSpPr>
        <p:spPr bwMode="auto">
          <a:xfrm>
            <a:off x="32957324" y="17308551"/>
            <a:ext cx="10095677" cy="9274430"/>
          </a:xfrm>
          <a:prstGeom prst="rect">
            <a:avLst/>
          </a:prstGeom>
          <a:noFill/>
          <a:ln w="9525">
            <a:noFill/>
            <a:miter lim="800000"/>
            <a:headEnd/>
            <a:tailEnd/>
          </a:ln>
        </p:spPr>
        <p:txBody>
          <a:bodyPr wrap="square" lIns="406384" tIns="406384" rIns="406384" bIns="406384">
            <a:spAutoFit/>
          </a:bodyPr>
          <a:lstStyle/>
          <a:p>
            <a:pPr defTabSz="3901342"/>
            <a:endParaRPr lang="en-US" sz="2987" dirty="0"/>
          </a:p>
          <a:p>
            <a:pPr algn="just">
              <a:defRPr/>
            </a:pPr>
            <a:r>
              <a:rPr lang="en-IN" b="1" dirty="0"/>
              <a:t>[1] </a:t>
            </a:r>
            <a:r>
              <a:rPr lang="en-IN" dirty="0"/>
              <a:t>A. Mitra, S. Ghosh and S. Mandal, "Optimum Resource Utilization for the Implementation of FPGA-based Fast Convolutional Algorithms for CNN Modelling," </a:t>
            </a:r>
            <a:r>
              <a:rPr lang="en-IN" i="1" dirty="0"/>
              <a:t>2020 IEEE Calcutta Conference (CALCON)</a:t>
            </a:r>
            <a:r>
              <a:rPr lang="en-IN" dirty="0"/>
              <a:t>, Kolkata, India, 2020, pp. 84–88, doi: 10.1109/CALCON49167.2020.9106477. </a:t>
            </a:r>
            <a:endParaRPr lang="en-US" sz="2987" dirty="0"/>
          </a:p>
          <a:p>
            <a:pPr algn="just">
              <a:defRPr/>
            </a:pPr>
            <a:r>
              <a:rPr lang="en-IN" b="1" dirty="0"/>
              <a:t>[2] </a:t>
            </a:r>
            <a:r>
              <a:rPr lang="en-IN" dirty="0"/>
              <a:t>S. Sathiyamoorthi and R. Gnanamurthy, "Implementation of Data-optimized FPGA-based Accelerator for Convolutional Neural Network," </a:t>
            </a:r>
            <a:r>
              <a:rPr lang="en-IN" i="1" dirty="0"/>
              <a:t>2020 Fourth International Conference on Computing Methodologies and Communication (ICCMC)</a:t>
            </a:r>
            <a:r>
              <a:rPr lang="en-IN" dirty="0"/>
              <a:t>, Erode, India, 2020, pp. 1–6, doi: 10.1109/ICCMC48092.2020.ICCMC-00030. </a:t>
            </a:r>
            <a:r>
              <a:rPr lang="en-US" sz="2987" dirty="0"/>
              <a:t> </a:t>
            </a:r>
          </a:p>
          <a:p>
            <a:pPr>
              <a:defRPr/>
            </a:pPr>
            <a:r>
              <a:rPr lang="en-IN" b="1" dirty="0"/>
              <a:t>[3] </a:t>
            </a:r>
            <a:r>
              <a:rPr lang="en-IN" dirty="0"/>
              <a:t>N. H. Bach, L. H. Vu, D. L. Tran, T. T. Dao, T. T. H. Luu, and D. N. Nguyen, "Re-structuring CNN Using Quantum Layer Executed on FPGA Hardware for Classifying 2-D Data," in </a:t>
            </a:r>
            <a:r>
              <a:rPr lang="en-IN" i="1" dirty="0"/>
              <a:t>Proc. 9th Int. Conf. Integrated Circuits, Design, and Verification (ICDV)</a:t>
            </a:r>
            <a:r>
              <a:rPr lang="en-IN" dirty="0"/>
              <a:t>, Hanoi, Vietnam, Feb. 2024, pp. 143–150. </a:t>
            </a:r>
            <a:endParaRPr lang="en-US" sz="2987" dirty="0"/>
          </a:p>
          <a:p>
            <a:pPr>
              <a:defRPr/>
            </a:pPr>
            <a:r>
              <a:rPr lang="en-US" b="1" dirty="0"/>
              <a:t>[4] </a:t>
            </a:r>
            <a:r>
              <a:rPr lang="en-US" dirty="0"/>
              <a:t>J. Pilch and J. Długopolski, "An FPGA-Based Real Quantum Computer Emulator," </a:t>
            </a:r>
            <a:r>
              <a:rPr lang="en-US" i="1" dirty="0"/>
              <a:t>J. Comput. Electron.</a:t>
            </a:r>
            <a:r>
              <a:rPr lang="en-US" dirty="0"/>
              <a:t>, vol. 18, no. 2, pp. 329–342, Dec. 2018. </a:t>
            </a:r>
            <a:endParaRPr lang="en-US" sz="2987" dirty="0"/>
          </a:p>
        </p:txBody>
      </p:sp>
      <p:sp>
        <p:nvSpPr>
          <p:cNvPr id="77" name="Text Box 406"/>
          <p:cNvSpPr txBox="1">
            <a:spLocks noChangeArrowheads="1"/>
          </p:cNvSpPr>
          <p:nvPr/>
        </p:nvSpPr>
        <p:spPr bwMode="auto">
          <a:xfrm>
            <a:off x="22473795" y="5763080"/>
            <a:ext cx="9216062" cy="2659414"/>
          </a:xfrm>
          <a:prstGeom prst="rect">
            <a:avLst/>
          </a:prstGeom>
          <a:noFill/>
          <a:ln w="9525">
            <a:noFill/>
            <a:miter lim="800000"/>
            <a:headEnd/>
            <a:tailEnd/>
          </a:ln>
        </p:spPr>
        <p:txBody>
          <a:bodyPr wrap="square" lIns="406384" tIns="406384" rIns="406384" bIns="406384">
            <a:spAutoFit/>
          </a:bodyPr>
          <a:lstStyle/>
          <a:p>
            <a:pPr marL="457200" indent="-457200" algn="just">
              <a:buFont typeface="Arial" panose="020B0604020202020204" pitchFamily="34" charset="0"/>
              <a:buChar char="•"/>
              <a:defRPr/>
            </a:pPr>
            <a:r>
              <a:rPr lang="en-US" sz="2987" dirty="0"/>
              <a:t>The outputs form the Q layer is fed to the Max pooling layer by reverting them back to fixed-point integers using scaling factors and makes sure the values are suitable for hardware operations.</a:t>
            </a:r>
          </a:p>
        </p:txBody>
      </p:sp>
      <p:sp>
        <p:nvSpPr>
          <p:cNvPr id="1032" name="Rectangle 5"/>
          <p:cNvSpPr>
            <a:spLocks noChangeArrowheads="1"/>
          </p:cNvSpPr>
          <p:nvPr/>
        </p:nvSpPr>
        <p:spPr bwMode="auto">
          <a:xfrm>
            <a:off x="11510433" y="674666"/>
            <a:ext cx="20747567" cy="1263742"/>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7680" b="1" dirty="0">
                <a:solidFill>
                  <a:srgbClr val="FFFFFF"/>
                </a:solidFill>
                <a:latin typeface="Arial" charset="0"/>
                <a:cs typeface="+mn-cs"/>
              </a:rPr>
              <a:t>Q-CNN for 2D Image Classification on FPGA</a:t>
            </a:r>
          </a:p>
        </p:txBody>
      </p:sp>
      <p:sp>
        <p:nvSpPr>
          <p:cNvPr id="4099" name="Text Box 7"/>
          <p:cNvSpPr txBox="1">
            <a:spLocks noChangeArrowheads="1"/>
          </p:cNvSpPr>
          <p:nvPr/>
        </p:nvSpPr>
        <p:spPr bwMode="auto">
          <a:xfrm>
            <a:off x="698501" y="5656121"/>
            <a:ext cx="99695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Introduction</a:t>
            </a:r>
          </a:p>
        </p:txBody>
      </p:sp>
      <p:sp>
        <p:nvSpPr>
          <p:cNvPr id="4100" name="Text Box 14"/>
          <p:cNvSpPr txBox="1">
            <a:spLocks noChangeArrowheads="1"/>
          </p:cNvSpPr>
          <p:nvPr/>
        </p:nvSpPr>
        <p:spPr bwMode="auto">
          <a:xfrm>
            <a:off x="838199" y="6485934"/>
            <a:ext cx="9413241" cy="6342217"/>
          </a:xfrm>
          <a:prstGeom prst="rect">
            <a:avLst/>
          </a:prstGeom>
          <a:noFill/>
          <a:ln w="9525">
            <a:noFill/>
            <a:miter lim="800000"/>
            <a:headEnd/>
            <a:tailEnd/>
          </a:ln>
        </p:spPr>
        <p:txBody>
          <a:bodyPr wrap="square" lIns="406384" tIns="406384" rIns="406384" bIns="406384">
            <a:spAutoFit/>
          </a:bodyPr>
          <a:lstStyle/>
          <a:p>
            <a:pPr marL="457200" indent="-457200" algn="just" defTabSz="3901342">
              <a:buFont typeface="Arial" panose="020B0604020202020204" pitchFamily="34" charset="0"/>
              <a:buChar char="•"/>
            </a:pPr>
            <a:r>
              <a:rPr lang="en-US" sz="2990" dirty="0"/>
              <a:t>This project is an implementation of the Quantum Convolutional Neural Network (Q-CNN) on an FPGA. The aim of this project is to implement the QCNN and traditional CNN and compare both the designs in terms of performance, resource utilization and power consumption.</a:t>
            </a:r>
          </a:p>
          <a:p>
            <a:pPr marL="457200" indent="-457200" algn="just" defTabSz="3901342">
              <a:buFont typeface="Arial" panose="020B0604020202020204" pitchFamily="34" charset="0"/>
              <a:buChar char="•"/>
            </a:pPr>
            <a:r>
              <a:rPr lang="en-US" sz="2990" dirty="0"/>
              <a:t>The function of these CNN’s is to identify the handwritten digits from the MNIST data set. </a:t>
            </a:r>
          </a:p>
          <a:p>
            <a:pPr marL="457200" indent="-457200" algn="just" defTabSz="3901342">
              <a:buFont typeface="Arial" panose="020B0604020202020204" pitchFamily="34" charset="0"/>
              <a:buChar char="•"/>
            </a:pPr>
            <a:r>
              <a:rPr lang="en-US" sz="2990" dirty="0"/>
              <a:t>This goes on to prove that even though the utilization of the QCNN is slightly high , the efficiency is increased .</a:t>
            </a:r>
          </a:p>
          <a:p>
            <a:pPr marL="457200" indent="-457200" algn="just" defTabSz="3901342">
              <a:buFont typeface="Arial" panose="020B0604020202020204" pitchFamily="34" charset="0"/>
              <a:buChar char="•"/>
            </a:pPr>
            <a:r>
              <a:rPr lang="en-US" sz="2990" dirty="0"/>
              <a:t>The RTL designs and the testbenches are written in Verilog HDL/System Verilog and is realized using Xilinx Vivado</a:t>
            </a:r>
            <a:r>
              <a:rPr lang="en-US" sz="2667" dirty="0"/>
              <a:t>.</a:t>
            </a:r>
          </a:p>
        </p:txBody>
      </p:sp>
      <p:sp>
        <p:nvSpPr>
          <p:cNvPr id="4101" name="Text Box 388"/>
          <p:cNvSpPr txBox="1">
            <a:spLocks noChangeArrowheads="1"/>
          </p:cNvSpPr>
          <p:nvPr/>
        </p:nvSpPr>
        <p:spPr bwMode="auto">
          <a:xfrm>
            <a:off x="698501" y="20599739"/>
            <a:ext cx="99695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Methodology</a:t>
            </a:r>
          </a:p>
        </p:txBody>
      </p:sp>
      <p:sp>
        <p:nvSpPr>
          <p:cNvPr id="4102" name="Text Box 405"/>
          <p:cNvSpPr txBox="1">
            <a:spLocks noChangeArrowheads="1"/>
          </p:cNvSpPr>
          <p:nvPr/>
        </p:nvSpPr>
        <p:spPr bwMode="auto">
          <a:xfrm>
            <a:off x="22275800" y="8808720"/>
            <a:ext cx="9982200"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Analysis and Results</a:t>
            </a:r>
          </a:p>
        </p:txBody>
      </p:sp>
      <p:sp>
        <p:nvSpPr>
          <p:cNvPr id="4103" name="Text Box 478"/>
          <p:cNvSpPr txBox="1">
            <a:spLocks noChangeArrowheads="1"/>
          </p:cNvSpPr>
          <p:nvPr/>
        </p:nvSpPr>
        <p:spPr bwMode="auto">
          <a:xfrm>
            <a:off x="33077152" y="11904133"/>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Summary/Conclusions</a:t>
            </a:r>
          </a:p>
        </p:txBody>
      </p:sp>
      <p:sp>
        <p:nvSpPr>
          <p:cNvPr id="4104" name="Text Box 479"/>
          <p:cNvSpPr txBox="1">
            <a:spLocks noChangeArrowheads="1"/>
          </p:cNvSpPr>
          <p:nvPr/>
        </p:nvSpPr>
        <p:spPr bwMode="auto">
          <a:xfrm>
            <a:off x="33077152" y="17520921"/>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a:solidFill>
                  <a:srgbClr val="F8F8F8"/>
                </a:solidFill>
              </a:rPr>
              <a:t>Key References</a:t>
            </a:r>
          </a:p>
        </p:txBody>
      </p:sp>
      <p:sp>
        <p:nvSpPr>
          <p:cNvPr id="4105" name="Text Box 480"/>
          <p:cNvSpPr txBox="1">
            <a:spLocks noChangeArrowheads="1"/>
          </p:cNvSpPr>
          <p:nvPr/>
        </p:nvSpPr>
        <p:spPr bwMode="auto">
          <a:xfrm>
            <a:off x="33077152" y="26600575"/>
            <a:ext cx="9975849"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dirty="0">
                <a:solidFill>
                  <a:srgbClr val="F8F8F8"/>
                </a:solidFill>
              </a:rPr>
              <a:t>Acknowledgements</a:t>
            </a:r>
          </a:p>
        </p:txBody>
      </p:sp>
      <p:sp>
        <p:nvSpPr>
          <p:cNvPr id="4106" name="Text Box 481"/>
          <p:cNvSpPr txBox="1">
            <a:spLocks noChangeArrowheads="1"/>
          </p:cNvSpPr>
          <p:nvPr/>
        </p:nvSpPr>
        <p:spPr bwMode="auto">
          <a:xfrm>
            <a:off x="33115661" y="12251900"/>
            <a:ext cx="9484060" cy="5417476"/>
          </a:xfrm>
          <a:prstGeom prst="rect">
            <a:avLst/>
          </a:prstGeom>
          <a:noFill/>
          <a:ln w="9525">
            <a:noFill/>
            <a:miter lim="800000"/>
            <a:headEnd/>
            <a:tailEnd/>
          </a:ln>
        </p:spPr>
        <p:txBody>
          <a:bodyPr wrap="square" lIns="406384" tIns="406384" rIns="406384" bIns="406384">
            <a:spAutoFit/>
          </a:bodyPr>
          <a:lstStyle/>
          <a:p>
            <a:pPr marL="457200" indent="-457200" algn="just">
              <a:buFont typeface="Arial" panose="020B0604020202020204" pitchFamily="34" charset="0"/>
              <a:buChar char="•"/>
              <a:defRPr/>
            </a:pPr>
            <a:r>
              <a:rPr lang="en-US" sz="2987" dirty="0"/>
              <a:t>The project successfully implements the traditional and Quantum CNN and their accuracy in identifying 2D images, in this case hand written digits. By integrating the Quantum behavior of a Hadamard gate from the IBM Qi skit library on the FPGA compatible design and implementing it on the Vivado IDE to realize the implemented design and get its performance parameters &amp; resource utilization along with testing it behaviorally using a testbench to obtain the accuracy of each CNN.</a:t>
            </a:r>
          </a:p>
          <a:p>
            <a:pPr marL="457200" indent="-457200">
              <a:buFont typeface="Arial" panose="020B0604020202020204" pitchFamily="34" charset="0"/>
              <a:buChar char="•"/>
              <a:defRPr/>
            </a:pPr>
            <a:endParaRPr lang="en-US" sz="2987" dirty="0"/>
          </a:p>
        </p:txBody>
      </p:sp>
      <p:graphicFrame>
        <p:nvGraphicFramePr>
          <p:cNvPr id="2561" name="Group 513"/>
          <p:cNvGraphicFramePr>
            <a:graphicFrameLocks noGrp="1"/>
          </p:cNvGraphicFramePr>
          <p:nvPr>
            <p:extLst>
              <p:ext uri="{D42A27DB-BD31-4B8C-83A1-F6EECF244321}">
                <p14:modId xmlns:p14="http://schemas.microsoft.com/office/powerpoint/2010/main" val="1928139280"/>
              </p:ext>
            </p:extLst>
          </p:nvPr>
        </p:nvGraphicFramePr>
        <p:xfrm>
          <a:off x="33561867" y="26959562"/>
          <a:ext cx="8873066" cy="5439863"/>
        </p:xfrm>
        <a:graphic>
          <a:graphicData uri="http://schemas.openxmlformats.org/drawingml/2006/table">
            <a:tbl>
              <a:tblPr/>
              <a:tblGrid>
                <a:gridCol w="4480277">
                  <a:extLst>
                    <a:ext uri="{9D8B030D-6E8A-4147-A177-3AD203B41FA5}">
                      <a16:colId xmlns:a16="http://schemas.microsoft.com/office/drawing/2014/main" val="20000"/>
                    </a:ext>
                  </a:extLst>
                </a:gridCol>
                <a:gridCol w="4392789">
                  <a:extLst>
                    <a:ext uri="{9D8B030D-6E8A-4147-A177-3AD203B41FA5}">
                      <a16:colId xmlns:a16="http://schemas.microsoft.com/office/drawing/2014/main" val="20001"/>
                    </a:ext>
                  </a:extLst>
                </a:gridCol>
              </a:tblGrid>
              <a:tr h="3616960">
                <a:tc gridSpan="2">
                  <a:txBody>
                    <a:bodyPr/>
                    <a:lstStyle/>
                    <a:p>
                      <a:pPr>
                        <a:defRPr/>
                      </a:pPr>
                      <a:endParaRPr lang="en-US" sz="2800" dirty="0"/>
                    </a:p>
                    <a:p>
                      <a:pPr marL="457200" indent="-457200" algn="just">
                        <a:buFont typeface="Arial" panose="020B0604020202020204" pitchFamily="34" charset="0"/>
                        <a:buChar char="•"/>
                        <a:defRPr/>
                      </a:pPr>
                      <a:r>
                        <a:rPr lang="en-US" sz="2800" dirty="0"/>
                        <a:t>We would like to thank San Jose State University and the Professors of  Electrical Engineering Department for providing an opportunity to enhance and learn more on the RTL design, Verification and FPGA implementation. Our sincere thanks to Prof.Shrikant Jadhav for his expert guidance, support &amp; motivation throughout this project. </a:t>
                      </a:r>
                    </a:p>
                  </a:txBody>
                  <a:tcPr marL="406400" marR="243840" marT="243840" marB="243840" horzOverflow="overflow">
                    <a:lnL cap="flat">
                      <a:noFill/>
                    </a:lnL>
                    <a:lnR cap="flat">
                      <a:noFill/>
                    </a:lnR>
                    <a:lnT cap="flat">
                      <a:noFill/>
                    </a:lnT>
                    <a:lnB>
                      <a:noFill/>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1111703">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cap="flat">
                      <a:noFill/>
                    </a:lnL>
                    <a:lnR>
                      <a:noFill/>
                    </a:lnR>
                    <a:lnT>
                      <a:noFill/>
                    </a:lnT>
                    <a:lnB cap="flat">
                      <a:noFill/>
                    </a:lnB>
                    <a:lnTlToBr>
                      <a:noFill/>
                    </a:lnTlToBr>
                    <a:lnBlToTr>
                      <a:noFill/>
                    </a:lnBlToTr>
                    <a:noFill/>
                  </a:tcPr>
                </a:tc>
                <a:tc>
                  <a:txBody>
                    <a:bodyPr/>
                    <a:lstStyle/>
                    <a:p>
                      <a:pPr marL="0" marR="0" lvl="0" indent="0" algn="l" defTabSz="652463" rtl="0" eaLnBrk="1" fontAlgn="base" latinLnBrk="0" hangingPunct="1">
                        <a:lnSpc>
                          <a:spcPct val="100000"/>
                        </a:lnSpc>
                        <a:spcBef>
                          <a:spcPct val="20000"/>
                        </a:spcBef>
                        <a:spcAft>
                          <a:spcPct val="0"/>
                        </a:spcAft>
                        <a:buClrTx/>
                        <a:buSzTx/>
                        <a:buFontTx/>
                        <a:buNone/>
                        <a:tabLst/>
                      </a:pPr>
                      <a:endParaRPr lang="en-US" sz="2900" kern="1200" dirty="0">
                        <a:solidFill>
                          <a:schemeClr val="tx1"/>
                        </a:solidFill>
                        <a:latin typeface="Arial Narrow" pitchFamily="34" charset="0"/>
                        <a:ea typeface="+mn-ea"/>
                        <a:cs typeface="Arial" charset="0"/>
                      </a:endParaRPr>
                    </a:p>
                  </a:txBody>
                  <a:tcPr marL="406400" marR="243840" marT="243840" marB="24384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112" name="Text Box 389"/>
          <p:cNvSpPr txBox="1">
            <a:spLocks noChangeArrowheads="1"/>
          </p:cNvSpPr>
          <p:nvPr/>
        </p:nvSpPr>
        <p:spPr bwMode="auto">
          <a:xfrm>
            <a:off x="978569" y="16511810"/>
            <a:ext cx="9266098" cy="2562721"/>
          </a:xfrm>
          <a:prstGeom prst="rect">
            <a:avLst/>
          </a:prstGeom>
          <a:noFill/>
          <a:ln w="9525">
            <a:noFill/>
            <a:miter lim="800000"/>
            <a:headEnd/>
            <a:tailEnd/>
          </a:ln>
        </p:spPr>
        <p:txBody>
          <a:bodyPr wrap="square" lIns="406384" tIns="406384" rIns="406384" bIns="406384">
            <a:spAutoFit/>
          </a:bodyPr>
          <a:lstStyle/>
          <a:p>
            <a:pPr marL="457200" indent="-457200" defTabSz="3901342">
              <a:buFont typeface="Arial" panose="020B0604020202020204" pitchFamily="34" charset="0"/>
              <a:buChar char="•"/>
            </a:pPr>
            <a:r>
              <a:rPr lang="en-US" sz="2990" dirty="0">
                <a:solidFill>
                  <a:srgbClr val="333333"/>
                </a:solidFill>
              </a:rPr>
              <a:t>The type of Quantum gate chosen is Hadamard gate , which can represent data from (-1) to (1).</a:t>
            </a:r>
          </a:p>
          <a:p>
            <a:pPr defTabSz="3901342"/>
            <a:endParaRPr lang="en-US" sz="2670" dirty="0">
              <a:solidFill>
                <a:srgbClr val="333333"/>
              </a:solidFill>
            </a:endParaRPr>
          </a:p>
          <a:p>
            <a:pPr defTabSz="3901342"/>
            <a:r>
              <a:rPr lang="en-US" sz="2670" dirty="0">
                <a:solidFill>
                  <a:srgbClr val="333333"/>
                </a:solidFill>
              </a:rPr>
              <a:t>	</a:t>
            </a:r>
          </a:p>
        </p:txBody>
      </p:sp>
      <p:sp>
        <p:nvSpPr>
          <p:cNvPr id="4113" name="Text Box 14"/>
          <p:cNvSpPr txBox="1">
            <a:spLocks noChangeArrowheads="1"/>
          </p:cNvSpPr>
          <p:nvPr/>
        </p:nvSpPr>
        <p:spPr bwMode="auto">
          <a:xfrm>
            <a:off x="978569" y="20658550"/>
            <a:ext cx="9141215" cy="10423912"/>
          </a:xfrm>
          <a:prstGeom prst="rect">
            <a:avLst/>
          </a:prstGeom>
          <a:noFill/>
          <a:ln w="9525">
            <a:noFill/>
            <a:miter lim="800000"/>
            <a:headEnd/>
            <a:tailEnd/>
          </a:ln>
        </p:spPr>
        <p:txBody>
          <a:bodyPr wrap="square" lIns="406384" tIns="406384" rIns="406384" bIns="406384">
            <a:spAutoFit/>
          </a:bodyPr>
          <a:lstStyle/>
          <a:p>
            <a:pPr marL="548626" indent="-548626" algn="just"/>
            <a:endParaRPr lang="en-US" sz="2987" b="1" dirty="0"/>
          </a:p>
          <a:p>
            <a:pPr marL="457200" indent="-457200" algn="just" defTabSz="3901342">
              <a:buFont typeface="Arial" panose="020B0604020202020204" pitchFamily="34" charset="0"/>
              <a:buChar char="•"/>
            </a:pPr>
            <a:r>
              <a:rPr lang="en-US" sz="2987" dirty="0"/>
              <a:t>The CNN used is a pre-trained one , where the weights and biases are not changed dynamically, there is a weight memory module that stores all possible weight values and bias values in (.mif) files and used for computation.</a:t>
            </a:r>
          </a:p>
          <a:p>
            <a:pPr marL="457200" indent="-457200" algn="just" defTabSz="3901342">
              <a:buFont typeface="Arial" panose="020B0604020202020204" pitchFamily="34" charset="0"/>
              <a:buChar char="•"/>
            </a:pPr>
            <a:r>
              <a:rPr lang="en-US" sz="2987" dirty="0"/>
              <a:t>The CNN in both the cases is comprised of 5 layers the first layer being the input layer which takes in the pixel data , the second layer consist of 30 Neurons, the third layer also consists of 30 Neurons , the remaining the layers contain 10 Neurons each, here Neuron is the basic building block of the CNN.</a:t>
            </a:r>
          </a:p>
          <a:p>
            <a:pPr marL="548626" indent="-548626" algn="just"/>
            <a:endParaRPr lang="en-US" sz="2987"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lgn="ctr"/>
            <a:endParaRPr lang="en-US" sz="2133" dirty="0"/>
          </a:p>
          <a:p>
            <a:pPr marL="548626" indent="-548626"/>
            <a:endParaRPr lang="en-US" sz="2133" dirty="0"/>
          </a:p>
          <a:p>
            <a:pPr marL="548626" indent="-548626" algn="just"/>
            <a:endParaRPr lang="en-US" sz="2987" dirty="0"/>
          </a:p>
          <a:p>
            <a:pPr marL="548626" indent="-548626" algn="just"/>
            <a:endParaRPr lang="en-US" sz="2987" dirty="0"/>
          </a:p>
          <a:p>
            <a:pPr marL="548626" indent="-548626"/>
            <a:endParaRPr lang="en-US" sz="2667" b="1" dirty="0"/>
          </a:p>
        </p:txBody>
      </p:sp>
      <p:sp>
        <p:nvSpPr>
          <p:cNvPr id="58" name="Text Box 406"/>
          <p:cNvSpPr txBox="1">
            <a:spLocks noChangeArrowheads="1"/>
          </p:cNvSpPr>
          <p:nvPr/>
        </p:nvSpPr>
        <p:spPr bwMode="auto">
          <a:xfrm>
            <a:off x="11697121" y="6582680"/>
            <a:ext cx="9196185" cy="4957800"/>
          </a:xfrm>
          <a:prstGeom prst="rect">
            <a:avLst/>
          </a:prstGeom>
          <a:noFill/>
          <a:ln w="9525">
            <a:noFill/>
            <a:miter lim="800000"/>
            <a:headEnd/>
            <a:tailEnd/>
          </a:ln>
        </p:spPr>
        <p:txBody>
          <a:bodyPr wrap="square" lIns="406384" tIns="406384" rIns="406384" bIns="406384">
            <a:spAutoFit/>
          </a:bodyPr>
          <a:lstStyle/>
          <a:p>
            <a:pPr indent="-548626" algn="just">
              <a:buFont typeface="Arial" panose="020B0604020202020204" pitchFamily="34" charset="0"/>
              <a:buChar char="•"/>
              <a:defRPr/>
            </a:pPr>
            <a:r>
              <a:rPr lang="en-US" sz="2987" dirty="0"/>
              <a:t>The other components of the neuron is weight memory which contains weight values , the activation function which is ReLU and sigmoid function , the interface and control block the MAC unit (multiply and accumulate).</a:t>
            </a:r>
          </a:p>
          <a:p>
            <a:pPr indent="-548626" algn="just">
              <a:buFont typeface="Arial" panose="020B0604020202020204" pitchFamily="34" charset="0"/>
              <a:buChar char="•"/>
              <a:defRPr/>
            </a:pPr>
            <a:r>
              <a:rPr lang="en-US" sz="2987" dirty="0"/>
              <a:t>In case of the Q-CNN there is an additional layer which does the Hadamard operations on the output obtained by all other layers and feeds it to the max finder layer which finds out which connection has the highest activity and concludes a particular value.</a:t>
            </a:r>
          </a:p>
        </p:txBody>
      </p:sp>
      <p:sp>
        <p:nvSpPr>
          <p:cNvPr id="4144" name="Text Box 406"/>
          <p:cNvSpPr txBox="1">
            <a:spLocks noChangeArrowheads="1"/>
          </p:cNvSpPr>
          <p:nvPr/>
        </p:nvSpPr>
        <p:spPr bwMode="auto">
          <a:xfrm>
            <a:off x="22473794" y="9519058"/>
            <a:ext cx="9216061" cy="6336831"/>
          </a:xfrm>
          <a:prstGeom prst="rect">
            <a:avLst/>
          </a:prstGeom>
          <a:noFill/>
          <a:ln w="9525">
            <a:noFill/>
            <a:miter lim="800000"/>
            <a:headEnd/>
            <a:tailEnd/>
          </a:ln>
        </p:spPr>
        <p:txBody>
          <a:bodyPr wrap="square" lIns="406384" tIns="406384" rIns="406384" bIns="406384">
            <a:spAutoFit/>
          </a:bodyPr>
          <a:lstStyle/>
          <a:p>
            <a:pPr>
              <a:defRPr/>
            </a:pPr>
            <a:r>
              <a:rPr lang="en-US" sz="2987" b="1" u="sng" dirty="0"/>
              <a:t>Traditional CNN Results </a:t>
            </a:r>
            <a:r>
              <a:rPr lang="en-US" sz="2987" dirty="0"/>
              <a:t>:</a:t>
            </a:r>
          </a:p>
          <a:p>
            <a:pPr marL="457200" indent="-457200" algn="just">
              <a:buFont typeface="Arial" panose="020B0604020202020204" pitchFamily="34" charset="0"/>
              <a:buChar char="•"/>
              <a:defRPr/>
            </a:pPr>
            <a:r>
              <a:rPr lang="en-US" sz="2987" dirty="0"/>
              <a:t>The Traditional CNN used to identify the Handwritten digits from the MNIST data set provides an accuracy of </a:t>
            </a:r>
            <a:r>
              <a:rPr lang="en-US" sz="2987" b="1" u="sng" dirty="0"/>
              <a:t>82%</a:t>
            </a:r>
            <a:r>
              <a:rPr lang="en-US" sz="2987" dirty="0"/>
              <a:t> when tested .</a:t>
            </a:r>
          </a:p>
          <a:p>
            <a:pPr marL="457200" indent="-457200" algn="just">
              <a:buFont typeface="Arial" panose="020B0604020202020204" pitchFamily="34" charset="0"/>
              <a:buChar char="•"/>
              <a:defRPr/>
            </a:pPr>
            <a:r>
              <a:rPr lang="en-US" sz="2987" dirty="0"/>
              <a:t>The testing of both the CNNs are done by a System Verilog testbench which passes the pixel data i.e. 28x28 image which gives 784-pixel values to the first layer.</a:t>
            </a:r>
          </a:p>
          <a:p>
            <a:pPr marL="457200" indent="-457200" algn="just">
              <a:buFont typeface="Arial" panose="020B0604020202020204" pitchFamily="34" charset="0"/>
              <a:buChar char="•"/>
              <a:defRPr/>
            </a:pPr>
            <a:r>
              <a:rPr lang="en-US" sz="2987" dirty="0"/>
              <a:t>The testbench helps in carrying out behavioral simulation there by enabling in verifying the behavior of the RTL of the CNN by comparing the actual output obtained from the Max Finder layer and the expected output.</a:t>
            </a:r>
          </a:p>
          <a:p>
            <a:pPr>
              <a:defRPr/>
            </a:pPr>
            <a:endParaRPr lang="en-US" sz="2987" dirty="0"/>
          </a:p>
        </p:txBody>
      </p:sp>
      <p:sp>
        <p:nvSpPr>
          <p:cNvPr id="4149" name="Text Box 388"/>
          <p:cNvSpPr txBox="1">
            <a:spLocks noChangeArrowheads="1"/>
          </p:cNvSpPr>
          <p:nvPr/>
        </p:nvSpPr>
        <p:spPr bwMode="auto">
          <a:xfrm>
            <a:off x="11510433" y="5651887"/>
            <a:ext cx="9965267" cy="525094"/>
          </a:xfrm>
          <a:prstGeom prst="rect">
            <a:avLst/>
          </a:prstGeom>
          <a:solidFill>
            <a:schemeClr val="accent2"/>
          </a:solidFill>
          <a:ln w="9525">
            <a:noFill/>
            <a:miter lim="800000"/>
            <a:headEnd/>
            <a:tailEnd/>
          </a:ln>
        </p:spPr>
        <p:txBody>
          <a:bodyPr wrap="square" lIns="81123" tIns="40552" rIns="81123" bIns="40552">
            <a:spAutoFit/>
          </a:bodyPr>
          <a:lstStyle/>
          <a:p>
            <a:pPr algn="ctr" eaLnBrk="0" hangingPunct="0">
              <a:spcBef>
                <a:spcPct val="50000"/>
              </a:spcBef>
            </a:pPr>
            <a:r>
              <a:rPr lang="en-US" b="1">
                <a:solidFill>
                  <a:srgbClr val="F8F8F8"/>
                </a:solidFill>
              </a:rPr>
              <a:t>Methodology</a:t>
            </a:r>
          </a:p>
        </p:txBody>
      </p:sp>
      <p:sp>
        <p:nvSpPr>
          <p:cNvPr id="4152" name="TextBox 80"/>
          <p:cNvSpPr txBox="1">
            <a:spLocks noChangeArrowheads="1"/>
          </p:cNvSpPr>
          <p:nvPr/>
        </p:nvSpPr>
        <p:spPr bwMode="auto">
          <a:xfrm>
            <a:off x="11510433" y="18500779"/>
            <a:ext cx="9175376" cy="6405921"/>
          </a:xfrm>
          <a:prstGeom prst="rect">
            <a:avLst/>
          </a:prstGeom>
          <a:noFill/>
          <a:ln w="9525">
            <a:noFill/>
            <a:miter lim="800000"/>
            <a:headEnd/>
            <a:tailEnd/>
          </a:ln>
        </p:spPr>
        <p:txBody>
          <a:bodyPr wrap="square">
            <a:spAutoFit/>
          </a:bodyPr>
          <a:lstStyle/>
          <a:p>
            <a:pPr marL="406390" lvl="2" indent="0"/>
            <a:endParaRPr lang="en-US" sz="2987" dirty="0"/>
          </a:p>
          <a:p>
            <a:pPr marL="863590" lvl="2" indent="-457200" algn="just">
              <a:buFont typeface="Arial" panose="020B0604020202020204" pitchFamily="34" charset="0"/>
              <a:buChar char="•"/>
            </a:pPr>
            <a:r>
              <a:rPr lang="en-US" sz="2987" dirty="0"/>
              <a:t>The way the Hadamard characteristics are implemented on the FPGA design is by creating a Lookup table approach to hold the values and map their results to the Hadamard Transform equivalent and pass them on to the max finder where the digit is identified.</a:t>
            </a:r>
          </a:p>
          <a:p>
            <a:pPr marL="863590" lvl="2" indent="-457200" algn="just">
              <a:buFont typeface="Arial" panose="020B0604020202020204" pitchFamily="34" charset="0"/>
              <a:buChar char="•"/>
            </a:pPr>
            <a:r>
              <a:rPr lang="en-US" sz="2987" dirty="0"/>
              <a:t>The quantum gate behavior is simulated on Google Collab by using the IBM Qi skit library , the lookup table module was created by using the SUM values of the layer 4 which were passed on to Max finder in the traditional CNN.</a:t>
            </a:r>
          </a:p>
          <a:p>
            <a:pPr marL="863590" lvl="2" indent="-457200" algn="just">
              <a:buFont typeface="Arial" panose="020B0604020202020204" pitchFamily="34" charset="0"/>
              <a:buChar char="•"/>
            </a:pPr>
            <a:r>
              <a:rPr lang="en-US" sz="2987" dirty="0"/>
              <a:t>Inside the Quantum layer of the CNN , there is lookup table values , data formatting of the same , it is read in pre-computed probability values .</a:t>
            </a:r>
          </a:p>
          <a:p>
            <a:endParaRPr lang="en-US" sz="2195" dirty="0"/>
          </a:p>
        </p:txBody>
      </p:sp>
      <p:sp>
        <p:nvSpPr>
          <p:cNvPr id="4154" name="Text Box 406"/>
          <p:cNvSpPr txBox="1">
            <a:spLocks noChangeArrowheads="1"/>
          </p:cNvSpPr>
          <p:nvPr/>
        </p:nvSpPr>
        <p:spPr bwMode="auto">
          <a:xfrm>
            <a:off x="22587284" y="19844508"/>
            <a:ext cx="9009901" cy="4038446"/>
          </a:xfrm>
          <a:prstGeom prst="rect">
            <a:avLst/>
          </a:prstGeom>
          <a:noFill/>
          <a:ln w="9525">
            <a:noFill/>
            <a:miter lim="800000"/>
            <a:headEnd/>
            <a:tailEnd/>
          </a:ln>
        </p:spPr>
        <p:txBody>
          <a:bodyPr wrap="square" lIns="406384" tIns="406384" rIns="406384" bIns="406384">
            <a:spAutoFit/>
          </a:bodyPr>
          <a:lstStyle/>
          <a:p>
            <a:pPr>
              <a:defRPr/>
            </a:pPr>
            <a:r>
              <a:rPr lang="en-US" sz="2987" b="1" u="sng" dirty="0"/>
              <a:t>Quantum CNN Results</a:t>
            </a:r>
            <a:r>
              <a:rPr lang="en-US" sz="2987" dirty="0"/>
              <a:t>: </a:t>
            </a:r>
          </a:p>
          <a:p>
            <a:pPr marL="457200" indent="-457200" algn="just">
              <a:buFont typeface="Arial" panose="020B0604020202020204" pitchFamily="34" charset="0"/>
              <a:buChar char="•"/>
              <a:defRPr/>
            </a:pPr>
            <a:r>
              <a:rPr lang="en-US" sz="2987" dirty="0"/>
              <a:t>The Quantum CNN with a Quantum layer before the output layer has slightly more flip flops implemented on the FPGA due the addition of Q-layer and the Lookup table logic ,formatting logic etc. The power consumed will be slightly high.</a:t>
            </a:r>
          </a:p>
          <a:p>
            <a:pPr marL="457200" indent="-457200" algn="just">
              <a:buFont typeface="Arial" panose="020B0604020202020204" pitchFamily="34" charset="0"/>
              <a:buChar char="•"/>
              <a:defRPr/>
            </a:pPr>
            <a:r>
              <a:rPr lang="en-US" sz="2987" dirty="0"/>
              <a:t>The QCNN offers an accuracy of </a:t>
            </a:r>
            <a:r>
              <a:rPr lang="en-US" sz="2987" b="1" u="sng" dirty="0"/>
              <a:t>90 % </a:t>
            </a:r>
            <a:r>
              <a:rPr lang="en-US" sz="2987" dirty="0"/>
              <a:t>.</a:t>
            </a:r>
          </a:p>
        </p:txBody>
      </p:sp>
      <p:sp>
        <p:nvSpPr>
          <p:cNvPr id="41" name="Rectangle 5">
            <a:extLst>
              <a:ext uri="{FF2B5EF4-FFF2-40B4-BE49-F238E27FC236}">
                <a16:creationId xmlns:a16="http://schemas.microsoft.com/office/drawing/2014/main" id="{F56A1035-C9F5-46F0-9CC8-0D25F3E4F994}"/>
              </a:ext>
            </a:extLst>
          </p:cNvPr>
          <p:cNvSpPr>
            <a:spLocks noChangeArrowheads="1"/>
          </p:cNvSpPr>
          <p:nvPr/>
        </p:nvSpPr>
        <p:spPr bwMode="auto">
          <a:xfrm>
            <a:off x="294218" y="674666"/>
            <a:ext cx="10373784" cy="1854672"/>
          </a:xfrm>
          <a:prstGeom prst="rect">
            <a:avLst/>
          </a:prstGeom>
          <a:noFill/>
          <a:ln w="9525">
            <a:noFill/>
            <a:miter lim="800000"/>
            <a:headEnd/>
            <a:tailEnd/>
          </a:ln>
        </p:spPr>
        <p:txBody>
          <a:bodyPr wrap="square" lIns="81101" tIns="40544" rIns="81101" bIns="40544">
            <a:spAutoFit/>
          </a:bodyPr>
          <a:lstStyle/>
          <a:p>
            <a:pPr algn="ctr" eaLnBrk="0" hangingPunct="0">
              <a:defRPr/>
            </a:pPr>
            <a:r>
              <a:rPr lang="en-US" sz="5760" b="1" dirty="0">
                <a:solidFill>
                  <a:srgbClr val="FFFFFF"/>
                </a:solidFill>
                <a:latin typeface="Arial" charset="0"/>
              </a:rPr>
              <a:t>Electrical Engineering Department</a:t>
            </a:r>
          </a:p>
        </p:txBody>
      </p:sp>
      <p:sp>
        <p:nvSpPr>
          <p:cNvPr id="42" name="Rectangle 5">
            <a:extLst>
              <a:ext uri="{FF2B5EF4-FFF2-40B4-BE49-F238E27FC236}">
                <a16:creationId xmlns:a16="http://schemas.microsoft.com/office/drawing/2014/main" id="{9C5BEEB0-D285-4D5A-A4AA-D79BCD39FAD9}"/>
              </a:ext>
            </a:extLst>
          </p:cNvPr>
          <p:cNvSpPr>
            <a:spLocks noChangeArrowheads="1"/>
          </p:cNvSpPr>
          <p:nvPr/>
        </p:nvSpPr>
        <p:spPr bwMode="auto">
          <a:xfrm>
            <a:off x="16303415" y="2311311"/>
            <a:ext cx="19213806" cy="2113205"/>
          </a:xfrm>
          <a:prstGeom prst="rect">
            <a:avLst/>
          </a:prstGeom>
          <a:noFill/>
          <a:ln w="9525">
            <a:noFill/>
            <a:miter lim="800000"/>
            <a:headEnd/>
            <a:tailEnd/>
          </a:ln>
        </p:spPr>
        <p:txBody>
          <a:bodyPr wrap="square" lIns="81101" tIns="40544" rIns="81101" bIns="40544">
            <a:spAutoFit/>
          </a:bodyPr>
          <a:lstStyle/>
          <a:p>
            <a:pPr eaLnBrk="0" hangingPunct="0">
              <a:defRPr/>
            </a:pPr>
            <a:r>
              <a:rPr lang="en-US" sz="4400" b="1" dirty="0">
                <a:solidFill>
                  <a:srgbClr val="FFFFFF"/>
                </a:solidFill>
                <a:latin typeface="Arial" charset="0"/>
              </a:rPr>
              <a:t>Vishnu Deep PandurangaRao (MS Electrical Engineering)</a:t>
            </a:r>
          </a:p>
          <a:p>
            <a:pPr eaLnBrk="0" hangingPunct="0">
              <a:defRPr/>
            </a:pPr>
            <a:r>
              <a:rPr lang="en-US" sz="4400" b="1" dirty="0">
                <a:solidFill>
                  <a:srgbClr val="FFFFFF"/>
                </a:solidFill>
                <a:latin typeface="Arial" charset="0"/>
              </a:rPr>
              <a:t>Isha Jadhav (MS Electrical Engineering)</a:t>
            </a:r>
          </a:p>
          <a:p>
            <a:pPr eaLnBrk="0" hangingPunct="0">
              <a:defRPr/>
            </a:pPr>
            <a:endParaRPr lang="en-US" sz="4400" b="1" dirty="0">
              <a:solidFill>
                <a:srgbClr val="FFFFFF"/>
              </a:solidFill>
              <a:latin typeface="Arial" charset="0"/>
            </a:endParaRPr>
          </a:p>
        </p:txBody>
      </p:sp>
      <p:pic>
        <p:nvPicPr>
          <p:cNvPr id="3" name="Picture 2">
            <a:extLst>
              <a:ext uri="{FF2B5EF4-FFF2-40B4-BE49-F238E27FC236}">
                <a16:creationId xmlns:a16="http://schemas.microsoft.com/office/drawing/2014/main" id="{F008A9A6-F399-4E42-B139-BC2EA1D4D6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7040" y="2608906"/>
            <a:ext cx="1600351" cy="1965631"/>
          </a:xfrm>
          <a:prstGeom prst="rect">
            <a:avLst/>
          </a:prstGeom>
        </p:spPr>
      </p:pic>
      <p:pic>
        <p:nvPicPr>
          <p:cNvPr id="46" name="Picture 2" descr="A diagram of a multicolored block&#10;&#10;AI-generated content may be incorrect.">
            <a:extLst>
              <a:ext uri="{FF2B5EF4-FFF2-40B4-BE49-F238E27FC236}">
                <a16:creationId xmlns:a16="http://schemas.microsoft.com/office/drawing/2014/main" id="{CB4D318E-A4AB-4DC7-AB00-367823C70A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1604211" y="12609095"/>
            <a:ext cx="8139953" cy="3569375"/>
          </a:xfrm>
          <a:prstGeom prst="rect">
            <a:avLst/>
          </a:prstGeom>
          <a:noFill/>
          <a:extLst>
            <a:ext uri="{909E8E84-426E-40dd-AFC4-6F175D3DCCD1}">
              <a14:hiddenFill xmlns:a14="http://schemas.microsoft.com/office/drawing/2010/main" xmlns="">
                <a:solidFill>
                  <a:srgbClr val="FFFFFF"/>
                </a:solidFill>
              </a14:hiddenFill>
            </a:ext>
          </a:extLst>
        </p:spPr>
      </p:pic>
      <p:sp>
        <p:nvSpPr>
          <p:cNvPr id="2" name="Rectangle 1"/>
          <p:cNvSpPr/>
          <p:nvPr/>
        </p:nvSpPr>
        <p:spPr>
          <a:xfrm>
            <a:off x="33245062" y="688932"/>
            <a:ext cx="10485435" cy="769441"/>
          </a:xfrm>
          <a:prstGeom prst="rect">
            <a:avLst/>
          </a:prstGeom>
        </p:spPr>
        <p:txBody>
          <a:bodyPr wrap="none">
            <a:spAutoFit/>
          </a:bodyPr>
          <a:lstStyle/>
          <a:p>
            <a:pPr algn="ctr" eaLnBrk="0" hangingPunct="0">
              <a:defRPr/>
            </a:pPr>
            <a:r>
              <a:rPr lang="en-US" sz="4400" b="1" dirty="0">
                <a:solidFill>
                  <a:srgbClr val="FFFFFF"/>
                </a:solidFill>
                <a:latin typeface="Arial" charset="0"/>
              </a:rPr>
              <a:t>Project Advisor: Prof. Shrikant Jadhav</a:t>
            </a:r>
          </a:p>
        </p:txBody>
      </p:sp>
      <p:pic>
        <p:nvPicPr>
          <p:cNvPr id="6" name="Picture 5">
            <a:extLst>
              <a:ext uri="{FF2B5EF4-FFF2-40B4-BE49-F238E27FC236}">
                <a16:creationId xmlns:a16="http://schemas.microsoft.com/office/drawing/2014/main" id="{DD49C405-BC8B-DA74-020E-C93F990331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26632" y="17942008"/>
            <a:ext cx="6055893" cy="2153786"/>
          </a:xfrm>
          <a:prstGeom prst="rect">
            <a:avLst/>
          </a:prstGeom>
        </p:spPr>
      </p:pic>
      <p:pic>
        <p:nvPicPr>
          <p:cNvPr id="1030" name="Picture 6">
            <a:extLst>
              <a:ext uri="{FF2B5EF4-FFF2-40B4-BE49-F238E27FC236}">
                <a16:creationId xmlns:a16="http://schemas.microsoft.com/office/drawing/2014/main" id="{45293C5B-E896-2A57-D5C3-66A5F07373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6989" y="26600575"/>
            <a:ext cx="7682286" cy="46739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02977C8-AA6D-0B1F-AE44-546FFCB8A2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777537" y="11291287"/>
            <a:ext cx="7044623" cy="6927705"/>
          </a:xfrm>
          <a:prstGeom prst="rect">
            <a:avLst/>
          </a:prstGeom>
        </p:spPr>
      </p:pic>
      <p:pic>
        <p:nvPicPr>
          <p:cNvPr id="1034" name="Picture 10">
            <a:extLst>
              <a:ext uri="{FF2B5EF4-FFF2-40B4-BE49-F238E27FC236}">
                <a16:creationId xmlns:a16="http://schemas.microsoft.com/office/drawing/2014/main" id="{360C944D-2E04-FD10-66AA-5FAF8CEE29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266196" y="24906701"/>
            <a:ext cx="5466652" cy="607334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9692AED-FEF9-89BD-3530-58C7852F8C06}"/>
              </a:ext>
            </a:extLst>
          </p:cNvPr>
          <p:cNvSpPr txBox="1"/>
          <p:nvPr/>
        </p:nvSpPr>
        <p:spPr>
          <a:xfrm>
            <a:off x="3585411" y="16218568"/>
            <a:ext cx="4596063" cy="400110"/>
          </a:xfrm>
          <a:prstGeom prst="rect">
            <a:avLst/>
          </a:prstGeom>
          <a:noFill/>
        </p:spPr>
        <p:txBody>
          <a:bodyPr wrap="square" rtlCol="0">
            <a:spAutoFit/>
          </a:bodyPr>
          <a:lstStyle/>
          <a:p>
            <a:r>
              <a:rPr lang="en-GB" sz="2000" dirty="0"/>
              <a:t>Fig1. Q-CNN on the FPGA</a:t>
            </a:r>
            <a:endParaRPr lang="en-IN" sz="2000" dirty="0"/>
          </a:p>
        </p:txBody>
      </p:sp>
      <p:sp>
        <p:nvSpPr>
          <p:cNvPr id="13" name="TextBox 12">
            <a:extLst>
              <a:ext uri="{FF2B5EF4-FFF2-40B4-BE49-F238E27FC236}">
                <a16:creationId xmlns:a16="http://schemas.microsoft.com/office/drawing/2014/main" id="{1FA8B810-1CFB-992D-7FD9-200A1CCC2501}"/>
              </a:ext>
            </a:extLst>
          </p:cNvPr>
          <p:cNvSpPr txBox="1"/>
          <p:nvPr/>
        </p:nvSpPr>
        <p:spPr>
          <a:xfrm>
            <a:off x="3692235" y="19755067"/>
            <a:ext cx="4530312" cy="400110"/>
          </a:xfrm>
          <a:prstGeom prst="rect">
            <a:avLst/>
          </a:prstGeom>
          <a:noFill/>
        </p:spPr>
        <p:txBody>
          <a:bodyPr wrap="square" rtlCol="0">
            <a:spAutoFit/>
          </a:bodyPr>
          <a:lstStyle/>
          <a:p>
            <a:r>
              <a:rPr lang="en-GB" sz="2000" dirty="0"/>
              <a:t>Fig2. Hadamard Gate</a:t>
            </a:r>
            <a:endParaRPr lang="en-IN" sz="2000" dirty="0"/>
          </a:p>
        </p:txBody>
      </p:sp>
      <p:sp>
        <p:nvSpPr>
          <p:cNvPr id="14" name="TextBox 13">
            <a:extLst>
              <a:ext uri="{FF2B5EF4-FFF2-40B4-BE49-F238E27FC236}">
                <a16:creationId xmlns:a16="http://schemas.microsoft.com/office/drawing/2014/main" id="{1218616A-839A-BB15-9C23-F7052ADC1FB3}"/>
              </a:ext>
            </a:extLst>
          </p:cNvPr>
          <p:cNvSpPr txBox="1"/>
          <p:nvPr/>
        </p:nvSpPr>
        <p:spPr>
          <a:xfrm>
            <a:off x="2526632" y="31474612"/>
            <a:ext cx="6756645" cy="400110"/>
          </a:xfrm>
          <a:prstGeom prst="rect">
            <a:avLst/>
          </a:prstGeom>
          <a:noFill/>
        </p:spPr>
        <p:txBody>
          <a:bodyPr wrap="square" rtlCol="0">
            <a:spAutoFit/>
          </a:bodyPr>
          <a:lstStyle/>
          <a:p>
            <a:r>
              <a:rPr lang="en-GB" sz="2000" dirty="0"/>
              <a:t>                   Fig3. CNN layers with Neurons</a:t>
            </a:r>
            <a:endParaRPr lang="en-IN" sz="2000" dirty="0"/>
          </a:p>
        </p:txBody>
      </p:sp>
      <p:sp>
        <p:nvSpPr>
          <p:cNvPr id="15" name="TextBox 14">
            <a:extLst>
              <a:ext uri="{FF2B5EF4-FFF2-40B4-BE49-F238E27FC236}">
                <a16:creationId xmlns:a16="http://schemas.microsoft.com/office/drawing/2014/main" id="{364615EA-99B1-260D-E5B3-1DAA553E2987}"/>
              </a:ext>
            </a:extLst>
          </p:cNvPr>
          <p:cNvSpPr txBox="1"/>
          <p:nvPr/>
        </p:nvSpPr>
        <p:spPr>
          <a:xfrm>
            <a:off x="12931274" y="18459274"/>
            <a:ext cx="6280484" cy="400110"/>
          </a:xfrm>
          <a:prstGeom prst="rect">
            <a:avLst/>
          </a:prstGeom>
          <a:noFill/>
        </p:spPr>
        <p:txBody>
          <a:bodyPr wrap="square" rtlCol="0">
            <a:spAutoFit/>
          </a:bodyPr>
          <a:lstStyle/>
          <a:p>
            <a:r>
              <a:rPr lang="en-GB" sz="2000" dirty="0"/>
              <a:t>                             Fig4. Neuron and its components</a:t>
            </a:r>
            <a:endParaRPr lang="en-IN" sz="2000" dirty="0"/>
          </a:p>
        </p:txBody>
      </p:sp>
      <p:sp>
        <p:nvSpPr>
          <p:cNvPr id="16" name="TextBox 15">
            <a:extLst>
              <a:ext uri="{FF2B5EF4-FFF2-40B4-BE49-F238E27FC236}">
                <a16:creationId xmlns:a16="http://schemas.microsoft.com/office/drawing/2014/main" id="{578BD4EC-7966-603A-DA31-9C770DD6991B}"/>
              </a:ext>
            </a:extLst>
          </p:cNvPr>
          <p:cNvSpPr txBox="1"/>
          <p:nvPr/>
        </p:nvSpPr>
        <p:spPr>
          <a:xfrm>
            <a:off x="13266196" y="31141273"/>
            <a:ext cx="5945562" cy="400110"/>
          </a:xfrm>
          <a:prstGeom prst="rect">
            <a:avLst/>
          </a:prstGeom>
          <a:noFill/>
        </p:spPr>
        <p:txBody>
          <a:bodyPr wrap="square" rtlCol="0">
            <a:spAutoFit/>
          </a:bodyPr>
          <a:lstStyle/>
          <a:p>
            <a:r>
              <a:rPr lang="en-GB" sz="2000" dirty="0"/>
              <a:t>                             Fig5. Q-layer breakdown</a:t>
            </a:r>
            <a:endParaRPr lang="en-IN" sz="2000" dirty="0"/>
          </a:p>
        </p:txBody>
      </p:sp>
      <p:pic>
        <p:nvPicPr>
          <p:cNvPr id="18" name="Picture 17">
            <a:extLst>
              <a:ext uri="{FF2B5EF4-FFF2-40B4-BE49-F238E27FC236}">
                <a16:creationId xmlns:a16="http://schemas.microsoft.com/office/drawing/2014/main" id="{F778B480-7FE9-05DD-0A0F-90504ECEF2A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213854" y="15359151"/>
            <a:ext cx="8019490" cy="2161770"/>
          </a:xfrm>
          <a:prstGeom prst="rect">
            <a:avLst/>
          </a:prstGeom>
        </p:spPr>
      </p:pic>
      <p:sp>
        <p:nvSpPr>
          <p:cNvPr id="19" name="TextBox 18">
            <a:extLst>
              <a:ext uri="{FF2B5EF4-FFF2-40B4-BE49-F238E27FC236}">
                <a16:creationId xmlns:a16="http://schemas.microsoft.com/office/drawing/2014/main" id="{1E94AEA3-45F3-2DD1-B465-C587EFC83905}"/>
              </a:ext>
            </a:extLst>
          </p:cNvPr>
          <p:cNvSpPr txBox="1"/>
          <p:nvPr/>
        </p:nvSpPr>
        <p:spPr>
          <a:xfrm>
            <a:off x="24495705" y="17541898"/>
            <a:ext cx="4674135" cy="400110"/>
          </a:xfrm>
          <a:prstGeom prst="rect">
            <a:avLst/>
          </a:prstGeom>
          <a:noFill/>
        </p:spPr>
        <p:txBody>
          <a:bodyPr wrap="square" rtlCol="0">
            <a:spAutoFit/>
          </a:bodyPr>
          <a:lstStyle/>
          <a:p>
            <a:r>
              <a:rPr lang="en-GB" sz="2000" dirty="0"/>
              <a:t>               Fig6. CNN Resource utilization</a:t>
            </a:r>
            <a:endParaRPr lang="en-IN" sz="2000" dirty="0"/>
          </a:p>
        </p:txBody>
      </p:sp>
      <p:pic>
        <p:nvPicPr>
          <p:cNvPr id="21" name="Picture 20">
            <a:extLst>
              <a:ext uri="{FF2B5EF4-FFF2-40B4-BE49-F238E27FC236}">
                <a16:creationId xmlns:a16="http://schemas.microsoft.com/office/drawing/2014/main" id="{9BD0EEA8-F11B-B362-30E5-0858D7733BA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205392" y="18044079"/>
            <a:ext cx="8019490" cy="1889028"/>
          </a:xfrm>
          <a:prstGeom prst="rect">
            <a:avLst/>
          </a:prstGeom>
        </p:spPr>
      </p:pic>
      <p:sp>
        <p:nvSpPr>
          <p:cNvPr id="23" name="TextBox 22">
            <a:extLst>
              <a:ext uri="{FF2B5EF4-FFF2-40B4-BE49-F238E27FC236}">
                <a16:creationId xmlns:a16="http://schemas.microsoft.com/office/drawing/2014/main" id="{E889D0A2-BED8-7BAE-CB62-9631D4F42DDD}"/>
              </a:ext>
            </a:extLst>
          </p:cNvPr>
          <p:cNvSpPr txBox="1"/>
          <p:nvPr/>
        </p:nvSpPr>
        <p:spPr>
          <a:xfrm>
            <a:off x="24784419" y="19908049"/>
            <a:ext cx="5775158" cy="400110"/>
          </a:xfrm>
          <a:prstGeom prst="rect">
            <a:avLst/>
          </a:prstGeom>
          <a:noFill/>
        </p:spPr>
        <p:txBody>
          <a:bodyPr wrap="square" rtlCol="0">
            <a:spAutoFit/>
          </a:bodyPr>
          <a:lstStyle/>
          <a:p>
            <a:r>
              <a:rPr lang="en-GB" sz="2000" dirty="0"/>
              <a:t>        Fig7. CNN power report</a:t>
            </a:r>
            <a:endParaRPr lang="en-IN" sz="2000" dirty="0"/>
          </a:p>
        </p:txBody>
      </p:sp>
      <p:pic>
        <p:nvPicPr>
          <p:cNvPr id="25" name="Picture 24">
            <a:extLst>
              <a:ext uri="{FF2B5EF4-FFF2-40B4-BE49-F238E27FC236}">
                <a16:creationId xmlns:a16="http://schemas.microsoft.com/office/drawing/2014/main" id="{5B5F5F73-1F92-D847-E45A-EC4AF71D2BA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3085564" y="23607370"/>
            <a:ext cx="8019490" cy="2031905"/>
          </a:xfrm>
          <a:prstGeom prst="rect">
            <a:avLst/>
          </a:prstGeom>
        </p:spPr>
      </p:pic>
      <p:sp>
        <p:nvSpPr>
          <p:cNvPr id="26" name="TextBox 25">
            <a:extLst>
              <a:ext uri="{FF2B5EF4-FFF2-40B4-BE49-F238E27FC236}">
                <a16:creationId xmlns:a16="http://schemas.microsoft.com/office/drawing/2014/main" id="{04AFC0C4-8AA2-10CA-5E85-3C5FABDA2A06}"/>
              </a:ext>
            </a:extLst>
          </p:cNvPr>
          <p:cNvSpPr txBox="1"/>
          <p:nvPr/>
        </p:nvSpPr>
        <p:spPr>
          <a:xfrm>
            <a:off x="24784419" y="25594784"/>
            <a:ext cx="4096705" cy="400110"/>
          </a:xfrm>
          <a:prstGeom prst="rect">
            <a:avLst/>
          </a:prstGeom>
          <a:noFill/>
        </p:spPr>
        <p:txBody>
          <a:bodyPr wrap="square" rtlCol="0">
            <a:spAutoFit/>
          </a:bodyPr>
          <a:lstStyle/>
          <a:p>
            <a:r>
              <a:rPr lang="en-GB" sz="2000" dirty="0"/>
              <a:t>             Fig8. QCNN Resource utilization</a:t>
            </a:r>
            <a:endParaRPr lang="en-IN" sz="2000" dirty="0"/>
          </a:p>
        </p:txBody>
      </p:sp>
      <p:pic>
        <p:nvPicPr>
          <p:cNvPr id="28" name="Picture 27">
            <a:extLst>
              <a:ext uri="{FF2B5EF4-FFF2-40B4-BE49-F238E27FC236}">
                <a16:creationId xmlns:a16="http://schemas.microsoft.com/office/drawing/2014/main" id="{7A791DA1-05EA-9759-2563-DC749857878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3183576" y="26060652"/>
            <a:ext cx="7954149" cy="2021341"/>
          </a:xfrm>
          <a:prstGeom prst="rect">
            <a:avLst/>
          </a:prstGeom>
        </p:spPr>
      </p:pic>
      <p:sp>
        <p:nvSpPr>
          <p:cNvPr id="29" name="TextBox 28">
            <a:extLst>
              <a:ext uri="{FF2B5EF4-FFF2-40B4-BE49-F238E27FC236}">
                <a16:creationId xmlns:a16="http://schemas.microsoft.com/office/drawing/2014/main" id="{2B8FC4D1-6524-A644-3E1A-0B73422D1424}"/>
              </a:ext>
            </a:extLst>
          </p:cNvPr>
          <p:cNvSpPr txBox="1"/>
          <p:nvPr/>
        </p:nvSpPr>
        <p:spPr>
          <a:xfrm>
            <a:off x="25194191" y="28043842"/>
            <a:ext cx="5342021" cy="400110"/>
          </a:xfrm>
          <a:prstGeom prst="rect">
            <a:avLst/>
          </a:prstGeom>
          <a:noFill/>
        </p:spPr>
        <p:txBody>
          <a:bodyPr wrap="square" rtlCol="0">
            <a:spAutoFit/>
          </a:bodyPr>
          <a:lstStyle/>
          <a:p>
            <a:r>
              <a:rPr lang="en-GB" sz="2000" dirty="0"/>
              <a:t>     Fig9. QCNN power report</a:t>
            </a:r>
            <a:endParaRPr lang="en-IN" sz="2000" dirty="0"/>
          </a:p>
        </p:txBody>
      </p:sp>
      <p:pic>
        <p:nvPicPr>
          <p:cNvPr id="31" name="Picture 30">
            <a:extLst>
              <a:ext uri="{FF2B5EF4-FFF2-40B4-BE49-F238E27FC236}">
                <a16:creationId xmlns:a16="http://schemas.microsoft.com/office/drawing/2014/main" id="{80489D39-7957-706E-FAC0-351BE66C942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3115660" y="5713351"/>
            <a:ext cx="9937341" cy="5577936"/>
          </a:xfrm>
          <a:prstGeom prst="rect">
            <a:avLst/>
          </a:prstGeom>
        </p:spPr>
      </p:pic>
      <p:sp>
        <p:nvSpPr>
          <p:cNvPr id="32" name="TextBox 31">
            <a:extLst>
              <a:ext uri="{FF2B5EF4-FFF2-40B4-BE49-F238E27FC236}">
                <a16:creationId xmlns:a16="http://schemas.microsoft.com/office/drawing/2014/main" id="{1EE9DA56-F360-F7B5-AF64-6A767E8DF7DB}"/>
              </a:ext>
            </a:extLst>
          </p:cNvPr>
          <p:cNvSpPr txBox="1"/>
          <p:nvPr/>
        </p:nvSpPr>
        <p:spPr>
          <a:xfrm>
            <a:off x="34264879" y="11301329"/>
            <a:ext cx="5928226" cy="400110"/>
          </a:xfrm>
          <a:prstGeom prst="rect">
            <a:avLst/>
          </a:prstGeom>
          <a:noFill/>
        </p:spPr>
        <p:txBody>
          <a:bodyPr wrap="none" rtlCol="0">
            <a:spAutoFit/>
          </a:bodyPr>
          <a:lstStyle/>
          <a:p>
            <a:r>
              <a:rPr lang="en-GB" sz="2000" dirty="0"/>
              <a:t>                          Fig11. Q-CNN Behavioural Simulation Results</a:t>
            </a:r>
            <a:endParaRPr lang="en-IN" sz="2000" dirty="0"/>
          </a:p>
        </p:txBody>
      </p:sp>
      <p:pic>
        <p:nvPicPr>
          <p:cNvPr id="36" name="Picture 35">
            <a:extLst>
              <a:ext uri="{FF2B5EF4-FFF2-40B4-BE49-F238E27FC236}">
                <a16:creationId xmlns:a16="http://schemas.microsoft.com/office/drawing/2014/main" id="{7DBC2F21-D65D-C447-0EF1-085BE6B9065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3377552" y="28664984"/>
            <a:ext cx="7727502" cy="2476289"/>
          </a:xfrm>
          <a:prstGeom prst="rect">
            <a:avLst/>
          </a:prstGeom>
        </p:spPr>
      </p:pic>
      <p:sp>
        <p:nvSpPr>
          <p:cNvPr id="37" name="TextBox 36">
            <a:extLst>
              <a:ext uri="{FF2B5EF4-FFF2-40B4-BE49-F238E27FC236}">
                <a16:creationId xmlns:a16="http://schemas.microsoft.com/office/drawing/2014/main" id="{13127B78-84EB-F0DD-4EE3-39A3838FF414}"/>
              </a:ext>
            </a:extLst>
          </p:cNvPr>
          <p:cNvSpPr txBox="1"/>
          <p:nvPr/>
        </p:nvSpPr>
        <p:spPr>
          <a:xfrm>
            <a:off x="25158951" y="31274557"/>
            <a:ext cx="3722173" cy="400110"/>
          </a:xfrm>
          <a:prstGeom prst="rect">
            <a:avLst/>
          </a:prstGeom>
          <a:noFill/>
        </p:spPr>
        <p:txBody>
          <a:bodyPr wrap="none" rtlCol="0">
            <a:spAutoFit/>
          </a:bodyPr>
          <a:lstStyle/>
          <a:p>
            <a:r>
              <a:rPr lang="en-GB" sz="2000" dirty="0"/>
              <a:t>          Fig10. CNN vs QCNN Accuracy</a:t>
            </a:r>
            <a:endParaRPr lang="en-IN" sz="2000" dirty="0"/>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5872</TotalTime>
  <Words>1103</Words>
  <Application>Microsoft Office PowerPoint</Application>
  <PresentationFormat>Custom</PresentationFormat>
  <Paragraphs>65</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Arial Black</vt:lpstr>
      <vt:lpstr>Arial Narrow</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Vishnu Deep.P</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Vishnu Deep.P</cp:lastModifiedBy>
  <cp:revision>255</cp:revision>
  <dcterms:created xsi:type="dcterms:W3CDTF">2005-05-18T01:24:28Z</dcterms:created>
  <dcterms:modified xsi:type="dcterms:W3CDTF">2025-12-01T00:40:23Z</dcterms:modified>
  <cp:category>Powerpoint poster templates</cp:category>
</cp:coreProperties>
</file>